
<file path=[Content_Types].xml><?xml version="1.0" encoding="utf-8"?>
<Types xmlns="http://schemas.openxmlformats.org/package/2006/content-types"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8" r:id="rId2"/>
    <p:sldId id="257" r:id="rId3"/>
    <p:sldId id="259" r:id="rId4"/>
    <p:sldId id="260" r:id="rId5"/>
    <p:sldId id="263" r:id="rId6"/>
    <p:sldId id="264" r:id="rId7"/>
    <p:sldId id="265" r:id="rId8"/>
    <p:sldId id="266" r:id="rId9"/>
    <p:sldId id="267" r:id="rId10"/>
    <p:sldId id="268" r:id="rId11"/>
    <p:sldId id="262" r:id="rId12"/>
    <p:sldId id="269" r:id="rId13"/>
    <p:sldId id="270" r:id="rId14"/>
    <p:sldId id="271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3" d="100"/>
          <a:sy n="93" d="100"/>
        </p:scale>
        <p:origin x="1597" y="4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719A3-4B41-4181-86ED-80EEB9F575BB}" type="datetimeFigureOut">
              <a:rPr lang="en-US" smtClean="0"/>
              <a:t>1/24/2021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F4E0F6-A4FD-4FA9-B96E-8F5722D12966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719A3-4B41-4181-86ED-80EEB9F575BB}" type="datetimeFigureOut">
              <a:rPr lang="en-US" smtClean="0"/>
              <a:t>1/24/2021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F4E0F6-A4FD-4FA9-B96E-8F5722D1296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719A3-4B41-4181-86ED-80EEB9F575BB}" type="datetimeFigureOut">
              <a:rPr lang="en-US" smtClean="0"/>
              <a:t>1/24/2021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F4E0F6-A4FD-4FA9-B96E-8F5722D12966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719A3-4B41-4181-86ED-80EEB9F575BB}" type="datetimeFigureOut">
              <a:rPr lang="en-US" smtClean="0"/>
              <a:t>1/24/2021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F4E0F6-A4FD-4FA9-B96E-8F5722D1296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719A3-4B41-4181-86ED-80EEB9F575BB}" type="datetimeFigureOut">
              <a:rPr lang="en-US" smtClean="0"/>
              <a:t>1/24/2021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F4E0F6-A4FD-4FA9-B96E-8F5722D1296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719A3-4B41-4181-86ED-80EEB9F575BB}" type="datetimeFigureOut">
              <a:rPr lang="en-US" smtClean="0"/>
              <a:t>1/24/2021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F4E0F6-A4FD-4FA9-B96E-8F5722D1296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719A3-4B41-4181-86ED-80EEB9F575BB}" type="datetimeFigureOut">
              <a:rPr lang="en-US" smtClean="0"/>
              <a:t>1/24/2021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F4E0F6-A4FD-4FA9-B96E-8F5722D1296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719A3-4B41-4181-86ED-80EEB9F575BB}" type="datetimeFigureOut">
              <a:rPr lang="en-US" smtClean="0"/>
              <a:t>1/24/2021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F4E0F6-A4FD-4FA9-B96E-8F5722D1296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719A3-4B41-4181-86ED-80EEB9F575BB}" type="datetimeFigureOut">
              <a:rPr lang="en-US" smtClean="0"/>
              <a:t>1/24/2021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54F4E0F6-A4FD-4FA9-B96E-8F5722D12966}" type="slidenum">
              <a:rPr lang="en-US" smtClean="0"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719A3-4B41-4181-86ED-80EEB9F575BB}" type="datetimeFigureOut">
              <a:rPr lang="en-US" smtClean="0"/>
              <a:t>1/24/2021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F4E0F6-A4FD-4FA9-B96E-8F5722D1296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719A3-4B41-4181-86ED-80EEB9F575BB}" type="datetimeFigureOut">
              <a:rPr lang="en-US" smtClean="0"/>
              <a:t>1/24/2021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F4E0F6-A4FD-4FA9-B96E-8F5722D1296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603719A3-4B41-4181-86ED-80EEB9F575BB}" type="datetimeFigureOut">
              <a:rPr lang="en-US" smtClean="0"/>
              <a:t>1/24/2021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54F4E0F6-A4FD-4FA9-B96E-8F5722D12966}" type="slidenum">
              <a:rPr lang="en-US" smtClean="0"/>
              <a:t>‹#›</a:t>
            </a:fld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066800"/>
            <a:ext cx="7772400" cy="1470025"/>
          </a:xfrm>
        </p:spPr>
        <p:txBody>
          <a:bodyPr>
            <a:normAutofit/>
          </a:bodyPr>
          <a:lstStyle/>
          <a:p>
            <a:r>
              <a:rPr lang="en-US" dirty="0" smtClean="0"/>
              <a:t> </a:t>
            </a:r>
            <a:r>
              <a:rPr lang="en-US" dirty="0"/>
              <a:t>BAZAT E TË </a:t>
            </a:r>
            <a:r>
              <a:rPr lang="en-US" dirty="0" smtClean="0"/>
              <a:t>DHËNAVE 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352800"/>
            <a:ext cx="6400800" cy="1752600"/>
          </a:xfrm>
        </p:spPr>
        <p:txBody>
          <a:bodyPr/>
          <a:lstStyle/>
          <a:p>
            <a:r>
              <a:rPr lang="en-US" dirty="0" err="1" smtClean="0"/>
              <a:t>Hyrje</a:t>
            </a:r>
            <a:r>
              <a:rPr lang="en-US" dirty="0" smtClean="0"/>
              <a:t> </a:t>
            </a:r>
            <a:r>
              <a:rPr lang="en-US" dirty="0" err="1"/>
              <a:t>në</a:t>
            </a:r>
            <a:r>
              <a:rPr lang="en-US" dirty="0"/>
              <a:t> </a:t>
            </a:r>
            <a:r>
              <a:rPr lang="en-US" dirty="0" err="1"/>
              <a:t>sistemet</a:t>
            </a:r>
            <a:r>
              <a:rPr lang="en-US" dirty="0"/>
              <a:t> e </a:t>
            </a:r>
            <a:r>
              <a:rPr lang="en-US" dirty="0" err="1"/>
              <a:t>bazave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dhënave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1873777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 smtClean="0"/>
              <a:t>Çka</a:t>
            </a:r>
            <a:r>
              <a:rPr lang="en-US" dirty="0" smtClean="0"/>
              <a:t> </a:t>
            </a:r>
            <a:r>
              <a:rPr lang="en-US" dirty="0" err="1"/>
              <a:t>janë</a:t>
            </a:r>
            <a:r>
              <a:rPr lang="en-US" dirty="0"/>
              <a:t> </a:t>
            </a:r>
            <a:r>
              <a:rPr lang="en-US" dirty="0" err="1"/>
              <a:t>bazat</a:t>
            </a:r>
            <a:r>
              <a:rPr lang="en-US" dirty="0"/>
              <a:t> e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dhënave</a:t>
            </a:r>
            <a:r>
              <a:rPr lang="en-US" dirty="0"/>
              <a:t>?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endParaRPr lang="en-US" dirty="0"/>
          </a:p>
          <a:p>
            <a:endParaRPr lang="en-US" dirty="0"/>
          </a:p>
          <a:p>
            <a:r>
              <a:rPr lang="en-US" dirty="0" err="1" smtClean="0"/>
              <a:t>Një</a:t>
            </a:r>
            <a:r>
              <a:rPr lang="en-US" dirty="0" smtClean="0"/>
              <a:t> </a:t>
            </a:r>
            <a:r>
              <a:rPr lang="en-US" dirty="0" err="1"/>
              <a:t>kolekcion</a:t>
            </a:r>
            <a:r>
              <a:rPr lang="en-US" dirty="0"/>
              <a:t> i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dhënave</a:t>
            </a:r>
            <a:r>
              <a:rPr lang="en-US" dirty="0"/>
              <a:t>, </a:t>
            </a:r>
            <a:r>
              <a:rPr lang="en-US" dirty="0" err="1"/>
              <a:t>përshkrimi</a:t>
            </a:r>
            <a:r>
              <a:rPr lang="en-US" dirty="0"/>
              <a:t> </a:t>
            </a:r>
            <a:r>
              <a:rPr lang="en-US" dirty="0" err="1"/>
              <a:t>tipik</a:t>
            </a:r>
            <a:r>
              <a:rPr lang="en-US" dirty="0"/>
              <a:t> i </a:t>
            </a:r>
            <a:r>
              <a:rPr lang="en-US" dirty="0" err="1"/>
              <a:t>një</a:t>
            </a:r>
            <a:r>
              <a:rPr lang="en-US" dirty="0"/>
              <a:t> </a:t>
            </a:r>
            <a:r>
              <a:rPr lang="en-US" dirty="0" err="1"/>
              <a:t>ose</a:t>
            </a:r>
            <a:r>
              <a:rPr lang="en-US" dirty="0"/>
              <a:t> </a:t>
            </a:r>
            <a:r>
              <a:rPr lang="en-US" dirty="0" err="1"/>
              <a:t>më</a:t>
            </a:r>
            <a:r>
              <a:rPr lang="en-US" dirty="0"/>
              <a:t> </a:t>
            </a:r>
            <a:r>
              <a:rPr lang="en-US" dirty="0" err="1"/>
              <a:t>tepër</a:t>
            </a:r>
            <a:r>
              <a:rPr lang="en-US" dirty="0"/>
              <a:t> </a:t>
            </a:r>
            <a:r>
              <a:rPr lang="en-US" dirty="0" err="1"/>
              <a:t>aktiviteteve</a:t>
            </a:r>
            <a:r>
              <a:rPr lang="en-US" dirty="0"/>
              <a:t> </a:t>
            </a:r>
            <a:r>
              <a:rPr lang="en-US" dirty="0" err="1"/>
              <a:t>nga</a:t>
            </a:r>
            <a:r>
              <a:rPr lang="en-US" dirty="0"/>
              <a:t> </a:t>
            </a:r>
            <a:r>
              <a:rPr lang="en-US" dirty="0" err="1"/>
              <a:t>organizimi</a:t>
            </a:r>
            <a:r>
              <a:rPr lang="en-US" dirty="0"/>
              <a:t> i </a:t>
            </a:r>
            <a:r>
              <a:rPr lang="en-US" dirty="0" err="1"/>
              <a:t>caktuar</a:t>
            </a:r>
            <a:r>
              <a:rPr lang="en-US" dirty="0"/>
              <a:t>, </a:t>
            </a:r>
          </a:p>
          <a:p>
            <a:r>
              <a:rPr lang="it-IT" dirty="0" smtClean="0"/>
              <a:t>Iniciativë </a:t>
            </a:r>
            <a:r>
              <a:rPr lang="it-IT" dirty="0"/>
              <a:t>për modelimin e botës reale, </a:t>
            </a:r>
          </a:p>
          <a:p>
            <a:r>
              <a:rPr lang="en-US" dirty="0" err="1" smtClean="0"/>
              <a:t>Për</a:t>
            </a:r>
            <a:r>
              <a:rPr lang="en-US" dirty="0" smtClean="0"/>
              <a:t> </a:t>
            </a:r>
            <a:r>
              <a:rPr lang="en-US" dirty="0" err="1"/>
              <a:t>shembull</a:t>
            </a:r>
            <a:r>
              <a:rPr lang="en-US" dirty="0"/>
              <a:t> </a:t>
            </a:r>
            <a:r>
              <a:rPr lang="en-US" dirty="0" err="1"/>
              <a:t>databaza</a:t>
            </a:r>
            <a:r>
              <a:rPr lang="en-US" dirty="0"/>
              <a:t> </a:t>
            </a:r>
            <a:r>
              <a:rPr lang="en-US" dirty="0" err="1"/>
              <a:t>për</a:t>
            </a:r>
            <a:r>
              <a:rPr lang="en-US" dirty="0"/>
              <a:t> </a:t>
            </a:r>
            <a:r>
              <a:rPr lang="en-US" dirty="0" err="1"/>
              <a:t>Univerzitetin</a:t>
            </a:r>
            <a:r>
              <a:rPr lang="en-US" dirty="0"/>
              <a:t> </a:t>
            </a:r>
            <a:r>
              <a:rPr lang="en-US" dirty="0" err="1"/>
              <a:t>përmban</a:t>
            </a:r>
            <a:r>
              <a:rPr lang="en-US" dirty="0"/>
              <a:t> </a:t>
            </a:r>
            <a:r>
              <a:rPr lang="en-US" dirty="0" err="1"/>
              <a:t>informata</a:t>
            </a:r>
            <a:r>
              <a:rPr lang="en-US" dirty="0"/>
              <a:t> </a:t>
            </a:r>
            <a:r>
              <a:rPr lang="en-US" dirty="0" err="1"/>
              <a:t>për</a:t>
            </a:r>
            <a:r>
              <a:rPr lang="en-US" dirty="0"/>
              <a:t>: </a:t>
            </a:r>
          </a:p>
          <a:p>
            <a:r>
              <a:rPr lang="en-US" dirty="0" err="1" smtClean="0"/>
              <a:t>Entitetet</a:t>
            </a:r>
            <a:r>
              <a:rPr lang="en-US" dirty="0" smtClean="0"/>
              <a:t> </a:t>
            </a:r>
            <a:r>
              <a:rPr lang="en-US" dirty="0"/>
              <a:t>(entities) </a:t>
            </a:r>
            <a:r>
              <a:rPr lang="en-US" dirty="0" err="1"/>
              <a:t>siç</a:t>
            </a:r>
            <a:r>
              <a:rPr lang="en-US" dirty="0"/>
              <a:t> </a:t>
            </a:r>
            <a:r>
              <a:rPr lang="en-US" dirty="0" err="1"/>
              <a:t>janë</a:t>
            </a:r>
            <a:r>
              <a:rPr lang="en-US" dirty="0"/>
              <a:t>: </a:t>
            </a:r>
            <a:r>
              <a:rPr lang="en-US" i="1" dirty="0" err="1"/>
              <a:t>studenti</a:t>
            </a:r>
            <a:r>
              <a:rPr lang="en-US" i="1" dirty="0"/>
              <a:t>, </a:t>
            </a:r>
            <a:r>
              <a:rPr lang="en-US" i="1" dirty="0" err="1"/>
              <a:t>fakulteti</a:t>
            </a:r>
            <a:r>
              <a:rPr lang="en-US" i="1" dirty="0"/>
              <a:t>, </a:t>
            </a:r>
            <a:r>
              <a:rPr lang="en-US" i="1" dirty="0" err="1"/>
              <a:t>kursi</a:t>
            </a:r>
            <a:r>
              <a:rPr lang="en-US" i="1" dirty="0"/>
              <a:t> </a:t>
            </a:r>
            <a:r>
              <a:rPr lang="en-US" i="1" dirty="0" err="1"/>
              <a:t>dhe</a:t>
            </a:r>
            <a:r>
              <a:rPr lang="en-US" i="1" dirty="0"/>
              <a:t> </a:t>
            </a:r>
            <a:r>
              <a:rPr lang="en-US" i="1" dirty="0" err="1"/>
              <a:t>klasat</a:t>
            </a:r>
            <a:r>
              <a:rPr lang="en-US" i="1" dirty="0"/>
              <a:t> e </a:t>
            </a:r>
            <a:r>
              <a:rPr lang="en-US" i="1" dirty="0" err="1"/>
              <a:t>mësimit</a:t>
            </a:r>
            <a:r>
              <a:rPr lang="en-US" i="1" dirty="0"/>
              <a:t> </a:t>
            </a:r>
            <a:endParaRPr lang="en-US" dirty="0"/>
          </a:p>
          <a:p>
            <a:pPr marL="0" indent="0">
              <a:buNone/>
            </a:pPr>
            <a:r>
              <a:rPr lang="en-US" dirty="0" smtClean="0"/>
              <a:t>	</a:t>
            </a:r>
            <a:r>
              <a:rPr lang="en-US" dirty="0"/>
              <a:t>-</a:t>
            </a:r>
            <a:r>
              <a:rPr lang="en-US" dirty="0" err="1" smtClean="0"/>
              <a:t>Lidhjet</a:t>
            </a:r>
            <a:r>
              <a:rPr lang="en-US" dirty="0" smtClean="0"/>
              <a:t> </a:t>
            </a:r>
            <a:r>
              <a:rPr lang="en-US" dirty="0" err="1"/>
              <a:t>në</a:t>
            </a:r>
            <a:r>
              <a:rPr lang="en-US" dirty="0"/>
              <a:t> </a:t>
            </a:r>
            <a:r>
              <a:rPr lang="en-US" dirty="0" err="1"/>
              <a:t>mes</a:t>
            </a:r>
            <a:r>
              <a:rPr lang="en-US" dirty="0"/>
              <a:t> </a:t>
            </a:r>
            <a:r>
              <a:rPr lang="en-US" dirty="0" err="1"/>
              <a:t>entiteteve</a:t>
            </a:r>
            <a:r>
              <a:rPr lang="en-US" dirty="0"/>
              <a:t> (Relationships) </a:t>
            </a:r>
            <a:r>
              <a:rPr lang="en-US" dirty="0" err="1"/>
              <a:t>siç</a:t>
            </a:r>
            <a:r>
              <a:rPr lang="en-US" dirty="0"/>
              <a:t> </a:t>
            </a:r>
            <a:r>
              <a:rPr lang="en-US" dirty="0" err="1"/>
              <a:t>janë</a:t>
            </a:r>
            <a:r>
              <a:rPr lang="en-US" dirty="0"/>
              <a:t>: </a:t>
            </a:r>
            <a:r>
              <a:rPr lang="en-US" i="1" dirty="0" err="1"/>
              <a:t>regjistrimi</a:t>
            </a:r>
            <a:r>
              <a:rPr lang="en-US" i="1" dirty="0"/>
              <a:t> i </a:t>
            </a:r>
            <a:r>
              <a:rPr lang="en-US" i="1" dirty="0" smtClean="0"/>
              <a:t>	</a:t>
            </a:r>
            <a:r>
              <a:rPr lang="en-US" i="1" dirty="0" err="1" smtClean="0"/>
              <a:t>l</a:t>
            </a:r>
            <a:r>
              <a:rPr lang="en-US" dirty="0" err="1" smtClean="0"/>
              <a:t>ëndëve</a:t>
            </a:r>
            <a:r>
              <a:rPr lang="en-US" dirty="0" smtClean="0"/>
              <a:t> </a:t>
            </a:r>
            <a:r>
              <a:rPr lang="en-US" dirty="0" err="1"/>
              <a:t>nga</a:t>
            </a:r>
            <a:r>
              <a:rPr lang="en-US" dirty="0"/>
              <a:t> </a:t>
            </a:r>
            <a:r>
              <a:rPr lang="en-US" dirty="0" err="1"/>
              <a:t>studentët</a:t>
            </a:r>
            <a:r>
              <a:rPr lang="en-US" dirty="0"/>
              <a:t>, </a:t>
            </a:r>
            <a:r>
              <a:rPr lang="en-US" dirty="0" err="1"/>
              <a:t>ligjërimi</a:t>
            </a:r>
            <a:r>
              <a:rPr lang="en-US" dirty="0"/>
              <a:t> i </a:t>
            </a:r>
            <a:r>
              <a:rPr lang="en-US" dirty="0" err="1"/>
              <a:t>lëndëve</a:t>
            </a:r>
            <a:r>
              <a:rPr lang="en-US" dirty="0"/>
              <a:t> </a:t>
            </a:r>
            <a:r>
              <a:rPr lang="en-US" dirty="0" err="1"/>
              <a:t>nëpër</a:t>
            </a:r>
            <a:r>
              <a:rPr lang="en-US" dirty="0"/>
              <a:t> </a:t>
            </a:r>
            <a:r>
              <a:rPr lang="en-US" dirty="0" err="1"/>
              <a:t>fakultete</a:t>
            </a:r>
            <a:r>
              <a:rPr lang="en-US" dirty="0"/>
              <a:t>, </a:t>
            </a:r>
            <a:r>
              <a:rPr lang="en-US" dirty="0" smtClean="0"/>
              <a:t>	</a:t>
            </a:r>
            <a:r>
              <a:rPr lang="en-US" dirty="0" err="1" smtClean="0"/>
              <a:t>shfrytëzimi</a:t>
            </a:r>
            <a:r>
              <a:rPr lang="en-US" dirty="0" smtClean="0"/>
              <a:t> </a:t>
            </a:r>
            <a:r>
              <a:rPr lang="en-US" dirty="0"/>
              <a:t>i </a:t>
            </a:r>
            <a:r>
              <a:rPr lang="en-US" dirty="0" err="1"/>
              <a:t>klasave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mësimit</a:t>
            </a:r>
            <a:r>
              <a:rPr lang="en-US" dirty="0"/>
              <a:t>, </a:t>
            </a:r>
            <a:r>
              <a:rPr lang="en-US" dirty="0" err="1"/>
              <a:t>etj</a:t>
            </a:r>
            <a:r>
              <a:rPr lang="en-US" dirty="0"/>
              <a:t>. </a:t>
            </a:r>
          </a:p>
          <a:p>
            <a:pPr marL="0" indent="0">
              <a:buNone/>
            </a:pPr>
            <a:r>
              <a:rPr lang="en-US" dirty="0" smtClean="0"/>
              <a:t>	-</a:t>
            </a:r>
            <a:r>
              <a:rPr lang="en-US" dirty="0" err="1" smtClean="0"/>
              <a:t>Databaza</a:t>
            </a:r>
            <a:r>
              <a:rPr lang="en-US" dirty="0" smtClean="0"/>
              <a:t> </a:t>
            </a:r>
            <a:r>
              <a:rPr lang="en-US" dirty="0" err="1"/>
              <a:t>luan</a:t>
            </a:r>
            <a:r>
              <a:rPr lang="en-US" dirty="0"/>
              <a:t> </a:t>
            </a:r>
            <a:r>
              <a:rPr lang="en-US" dirty="0" err="1"/>
              <a:t>një</a:t>
            </a:r>
            <a:r>
              <a:rPr lang="en-US" dirty="0"/>
              <a:t> </a:t>
            </a:r>
            <a:r>
              <a:rPr lang="en-US" dirty="0" err="1"/>
              <a:t>rol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rëndësishëm</a:t>
            </a:r>
            <a:r>
              <a:rPr lang="en-US" dirty="0"/>
              <a:t> </a:t>
            </a:r>
            <a:r>
              <a:rPr lang="en-US" dirty="0" err="1"/>
              <a:t>në</a:t>
            </a:r>
            <a:r>
              <a:rPr lang="en-US" dirty="0"/>
              <a:t> </a:t>
            </a:r>
            <a:r>
              <a:rPr lang="en-US" dirty="0" err="1"/>
              <a:t>shum</a:t>
            </a:r>
            <a:r>
              <a:rPr lang="en-US" dirty="0"/>
              <a:t> </a:t>
            </a:r>
            <a:r>
              <a:rPr lang="en-US" dirty="0" err="1"/>
              <a:t>aplikime</a:t>
            </a:r>
            <a:r>
              <a:rPr lang="en-US" dirty="0"/>
              <a:t> </a:t>
            </a:r>
            <a:r>
              <a:rPr lang="en-US" dirty="0" err="1"/>
              <a:t>ku</a:t>
            </a:r>
            <a:r>
              <a:rPr lang="en-US" dirty="0"/>
              <a:t> </a:t>
            </a:r>
            <a:r>
              <a:rPr lang="en-US" dirty="0" smtClean="0"/>
              <a:t>	</a:t>
            </a:r>
            <a:r>
              <a:rPr lang="en-US" dirty="0" err="1" smtClean="0"/>
              <a:t>shfrytëzohet</a:t>
            </a:r>
            <a:r>
              <a:rPr lang="en-US" dirty="0" smtClean="0"/>
              <a:t> </a:t>
            </a:r>
            <a:r>
              <a:rPr lang="en-US" dirty="0" err="1" smtClean="0"/>
              <a:t>kompjuteri</a:t>
            </a:r>
            <a:r>
              <a:rPr lang="en-US" dirty="0"/>
              <a:t>, </a:t>
            </a:r>
            <a:r>
              <a:rPr lang="en-US" dirty="0" err="1"/>
              <a:t>përfshirë</a:t>
            </a:r>
            <a:r>
              <a:rPr lang="en-US" dirty="0"/>
              <a:t> </a:t>
            </a:r>
            <a:r>
              <a:rPr lang="en-US" dirty="0" err="1"/>
              <a:t>bizneset</a:t>
            </a:r>
            <a:r>
              <a:rPr lang="en-US" dirty="0"/>
              <a:t>, </a:t>
            </a:r>
            <a:r>
              <a:rPr lang="en-US" dirty="0" err="1"/>
              <a:t>inxhinjerinë</a:t>
            </a:r>
            <a:r>
              <a:rPr lang="en-US" dirty="0"/>
              <a:t>, </a:t>
            </a:r>
            <a:r>
              <a:rPr lang="en-US" dirty="0" smtClean="0"/>
              <a:t>	</a:t>
            </a:r>
            <a:r>
              <a:rPr lang="en-US" dirty="0" err="1" smtClean="0"/>
              <a:t>qeverinë</a:t>
            </a:r>
            <a:r>
              <a:rPr lang="en-US" dirty="0"/>
              <a:t>, </a:t>
            </a:r>
            <a:r>
              <a:rPr lang="en-US" dirty="0" err="1"/>
              <a:t>mjeksinë</a:t>
            </a:r>
            <a:r>
              <a:rPr lang="en-US" dirty="0"/>
              <a:t>, </a:t>
            </a:r>
            <a:r>
              <a:rPr lang="en-US" dirty="0" err="1"/>
              <a:t>drejtësin</a:t>
            </a:r>
            <a:r>
              <a:rPr lang="en-US" dirty="0"/>
              <a:t>, </a:t>
            </a:r>
            <a:r>
              <a:rPr lang="en-US" dirty="0" err="1"/>
              <a:t>edukimin</a:t>
            </a:r>
            <a:r>
              <a:rPr lang="en-US" dirty="0"/>
              <a:t> </a:t>
            </a:r>
            <a:r>
              <a:rPr lang="en-US" dirty="0" err="1"/>
              <a:t>etj</a:t>
            </a:r>
            <a:r>
              <a:rPr lang="en-US" dirty="0"/>
              <a:t>. 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7025012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9906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/>
            </a:r>
            <a:br>
              <a:rPr lang="en-US" dirty="0"/>
            </a:b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Databazat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mund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të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jenë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me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madhësi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dhe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kompleksitet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të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ndryshëm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si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p.sh.: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r>
              <a:rPr lang="en-US" dirty="0" err="1"/>
              <a:t>Databaza</a:t>
            </a:r>
            <a:r>
              <a:rPr lang="en-US" dirty="0"/>
              <a:t> </a:t>
            </a:r>
            <a:r>
              <a:rPr lang="en-US" dirty="0" err="1"/>
              <a:t>në</a:t>
            </a:r>
            <a:r>
              <a:rPr lang="en-US" dirty="0"/>
              <a:t> </a:t>
            </a:r>
            <a:r>
              <a:rPr lang="en-US" dirty="0" err="1"/>
              <a:t>një</a:t>
            </a:r>
            <a:r>
              <a:rPr lang="en-US" dirty="0"/>
              <a:t> </a:t>
            </a:r>
            <a:r>
              <a:rPr lang="en-US" dirty="0" err="1"/>
              <a:t>univerzitet</a:t>
            </a:r>
            <a:r>
              <a:rPr lang="en-US" dirty="0"/>
              <a:t> </a:t>
            </a:r>
            <a:r>
              <a:rPr lang="en-US" dirty="0" err="1"/>
              <a:t>ku</a:t>
            </a:r>
            <a:r>
              <a:rPr lang="en-US" dirty="0"/>
              <a:t> </a:t>
            </a:r>
            <a:r>
              <a:rPr lang="en-US" dirty="0" err="1"/>
              <a:t>ruhen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dhënat</a:t>
            </a:r>
            <a:r>
              <a:rPr lang="en-US" dirty="0"/>
              <a:t> e </a:t>
            </a:r>
            <a:r>
              <a:rPr lang="en-US" dirty="0" err="1"/>
              <a:t>studentëve</a:t>
            </a:r>
            <a:r>
              <a:rPr lang="en-US" dirty="0"/>
              <a:t> </a:t>
            </a:r>
          </a:p>
          <a:p>
            <a:r>
              <a:rPr lang="en-US" dirty="0" err="1" smtClean="0"/>
              <a:t>Lista</a:t>
            </a:r>
            <a:r>
              <a:rPr lang="en-US" dirty="0" smtClean="0"/>
              <a:t> </a:t>
            </a:r>
            <a:r>
              <a:rPr lang="en-US" dirty="0"/>
              <a:t>e </a:t>
            </a:r>
            <a:r>
              <a:rPr lang="en-US" dirty="0" err="1"/>
              <a:t>adresave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shokëve</a:t>
            </a:r>
            <a:r>
              <a:rPr lang="en-US" dirty="0"/>
              <a:t> </a:t>
            </a:r>
            <a:r>
              <a:rPr lang="en-US" dirty="0" err="1"/>
              <a:t>dhe</a:t>
            </a:r>
            <a:r>
              <a:rPr lang="en-US" dirty="0"/>
              <a:t> </a:t>
            </a:r>
            <a:r>
              <a:rPr lang="en-US" dirty="0" err="1"/>
              <a:t>shoqeve</a:t>
            </a:r>
            <a:r>
              <a:rPr lang="en-US" dirty="0"/>
              <a:t>, </a:t>
            </a:r>
          </a:p>
          <a:p>
            <a:r>
              <a:rPr lang="nn-NO" dirty="0" smtClean="0"/>
              <a:t>Katalogu </a:t>
            </a:r>
            <a:r>
              <a:rPr lang="nn-NO" dirty="0"/>
              <a:t>i librave në bibliotekë </a:t>
            </a:r>
          </a:p>
          <a:p>
            <a:r>
              <a:rPr lang="en-US" dirty="0" err="1" smtClean="0"/>
              <a:t>Databaza</a:t>
            </a:r>
            <a:r>
              <a:rPr lang="en-US" dirty="0" smtClean="0"/>
              <a:t> </a:t>
            </a:r>
            <a:r>
              <a:rPr lang="en-US" dirty="0" err="1"/>
              <a:t>në</a:t>
            </a:r>
            <a:r>
              <a:rPr lang="en-US" dirty="0"/>
              <a:t> </a:t>
            </a:r>
            <a:r>
              <a:rPr lang="en-US" dirty="0" err="1"/>
              <a:t>ministrin</a:t>
            </a:r>
            <a:r>
              <a:rPr lang="en-US" dirty="0"/>
              <a:t> e </a:t>
            </a:r>
            <a:r>
              <a:rPr lang="en-US" dirty="0" err="1"/>
              <a:t>ekonomisë</a:t>
            </a:r>
            <a:r>
              <a:rPr lang="en-US" dirty="0"/>
              <a:t> </a:t>
            </a:r>
            <a:r>
              <a:rPr lang="en-US" dirty="0" err="1"/>
              <a:t>dhe</a:t>
            </a:r>
            <a:r>
              <a:rPr lang="en-US" dirty="0"/>
              <a:t> </a:t>
            </a:r>
            <a:r>
              <a:rPr lang="en-US" dirty="0" err="1"/>
              <a:t>financave</a:t>
            </a:r>
            <a:r>
              <a:rPr lang="en-US" dirty="0"/>
              <a:t> </a:t>
            </a:r>
            <a:r>
              <a:rPr lang="en-US" dirty="0" err="1"/>
              <a:t>ku</a:t>
            </a:r>
            <a:r>
              <a:rPr lang="en-US" dirty="0"/>
              <a:t> </a:t>
            </a:r>
            <a:r>
              <a:rPr lang="en-US" dirty="0" err="1"/>
              <a:t>ruhen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dhënat</a:t>
            </a:r>
            <a:r>
              <a:rPr lang="en-US" dirty="0"/>
              <a:t> </a:t>
            </a:r>
            <a:r>
              <a:rPr lang="en-US" dirty="0" err="1"/>
              <a:t>për</a:t>
            </a:r>
            <a:r>
              <a:rPr lang="en-US" dirty="0"/>
              <a:t> </a:t>
            </a:r>
            <a:r>
              <a:rPr lang="en-US" dirty="0" err="1"/>
              <a:t>pagesat</a:t>
            </a:r>
            <a:r>
              <a:rPr lang="en-US" dirty="0"/>
              <a:t> e </a:t>
            </a:r>
            <a:r>
              <a:rPr lang="en-US" dirty="0" err="1"/>
              <a:t>taksave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taksapaguesëve</a:t>
            </a:r>
            <a:r>
              <a:rPr lang="en-US" dirty="0"/>
              <a:t> 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38534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 smtClean="0"/>
              <a:t>Çka</a:t>
            </a:r>
            <a:r>
              <a:rPr lang="en-US" dirty="0" smtClean="0"/>
              <a:t> </a:t>
            </a:r>
            <a:r>
              <a:rPr lang="en-US" dirty="0" err="1"/>
              <a:t>është</a:t>
            </a:r>
            <a:r>
              <a:rPr lang="en-US" dirty="0"/>
              <a:t> DBMS?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Database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Management System (DBMS) –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është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sistem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për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menaxhimin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e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bazave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të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të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dhënave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DBMS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paraqet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një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koleksion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programesh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softuerike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që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mundësojnë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krijimin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mirëmbajtjen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dhe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shfrytëzimin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e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databazave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4495800"/>
            <a:ext cx="1462087" cy="14539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01096" y="4495800"/>
            <a:ext cx="1095375" cy="571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8021" y="5334000"/>
            <a:ext cx="3381375" cy="952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9860" y="4495800"/>
            <a:ext cx="1637128" cy="1447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062842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 smtClean="0"/>
              <a:t>Arsyet</a:t>
            </a:r>
            <a:r>
              <a:rPr lang="en-US" dirty="0" smtClean="0"/>
              <a:t> </a:t>
            </a:r>
            <a:r>
              <a:rPr lang="en-US" dirty="0"/>
              <a:t>e </a:t>
            </a:r>
            <a:r>
              <a:rPr lang="en-US" dirty="0" err="1"/>
              <a:t>shfrytëzimit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DBMS?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err="1" smtClean="0"/>
              <a:t>Reduktimi</a:t>
            </a:r>
            <a:r>
              <a:rPr lang="en-US" dirty="0" smtClean="0"/>
              <a:t> </a:t>
            </a:r>
            <a:r>
              <a:rPr lang="en-US" dirty="0"/>
              <a:t>i </a:t>
            </a:r>
            <a:r>
              <a:rPr lang="en-US" dirty="0" err="1"/>
              <a:t>kohës</a:t>
            </a:r>
            <a:r>
              <a:rPr lang="en-US" dirty="0"/>
              <a:t> </a:t>
            </a:r>
            <a:r>
              <a:rPr lang="en-US" dirty="0" err="1"/>
              <a:t>dhe</a:t>
            </a:r>
            <a:r>
              <a:rPr lang="en-US" dirty="0"/>
              <a:t> </a:t>
            </a:r>
            <a:r>
              <a:rPr lang="en-US" dirty="0" err="1"/>
              <a:t>kosots</a:t>
            </a:r>
            <a:r>
              <a:rPr lang="en-US" dirty="0"/>
              <a:t> </a:t>
            </a:r>
            <a:r>
              <a:rPr lang="en-US" dirty="0" err="1"/>
              <a:t>për</a:t>
            </a:r>
            <a:r>
              <a:rPr lang="en-US" dirty="0"/>
              <a:t> </a:t>
            </a:r>
            <a:r>
              <a:rPr lang="en-US" dirty="0" err="1"/>
              <a:t>zhvillimin</a:t>
            </a:r>
            <a:r>
              <a:rPr lang="en-US" dirty="0"/>
              <a:t> e </a:t>
            </a:r>
            <a:r>
              <a:rPr lang="en-US" dirty="0" err="1"/>
              <a:t>aplikacioneve</a:t>
            </a:r>
            <a:r>
              <a:rPr lang="en-US" dirty="0"/>
              <a:t>. </a:t>
            </a:r>
          </a:p>
          <a:p>
            <a:r>
              <a:rPr lang="en-US" dirty="0" err="1" smtClean="0"/>
              <a:t>Supozojmë</a:t>
            </a:r>
            <a:r>
              <a:rPr lang="en-US" dirty="0" smtClean="0"/>
              <a:t> </a:t>
            </a:r>
            <a:r>
              <a:rPr lang="en-US" dirty="0"/>
              <a:t>se </a:t>
            </a:r>
            <a:r>
              <a:rPr lang="en-US" dirty="0" err="1"/>
              <a:t>kemi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bëjmë</a:t>
            </a:r>
            <a:r>
              <a:rPr lang="en-US" dirty="0"/>
              <a:t> me </a:t>
            </a:r>
            <a:r>
              <a:rPr lang="en-US" dirty="0" err="1"/>
              <a:t>menaxhimin</a:t>
            </a:r>
            <a:r>
              <a:rPr lang="en-US" dirty="0"/>
              <a:t> e </a:t>
            </a:r>
            <a:r>
              <a:rPr lang="en-US" dirty="0" err="1"/>
              <a:t>sasisë</a:t>
            </a:r>
            <a:r>
              <a:rPr lang="en-US" dirty="0"/>
              <a:t> </a:t>
            </a:r>
            <a:r>
              <a:rPr lang="en-US" dirty="0" err="1"/>
              <a:t>së</a:t>
            </a:r>
            <a:r>
              <a:rPr lang="en-US" dirty="0"/>
              <a:t> </a:t>
            </a:r>
            <a:r>
              <a:rPr lang="en-US" dirty="0" err="1"/>
              <a:t>madhe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dhënave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organizuara</a:t>
            </a:r>
            <a:r>
              <a:rPr lang="en-US" dirty="0"/>
              <a:t> </a:t>
            </a:r>
            <a:r>
              <a:rPr lang="en-US" dirty="0" err="1"/>
              <a:t>në</a:t>
            </a:r>
            <a:r>
              <a:rPr lang="en-US" dirty="0"/>
              <a:t> </a:t>
            </a:r>
            <a:r>
              <a:rPr lang="en-US" dirty="0" err="1"/>
              <a:t>një</a:t>
            </a:r>
            <a:r>
              <a:rPr lang="en-US" dirty="0"/>
              <a:t> </a:t>
            </a:r>
            <a:r>
              <a:rPr lang="en-US" dirty="0" err="1"/>
              <a:t>koleksion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fila-ve</a:t>
            </a:r>
            <a:r>
              <a:rPr lang="en-US" dirty="0"/>
              <a:t>, p.sh. Le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kemi</a:t>
            </a:r>
            <a:r>
              <a:rPr lang="en-US" dirty="0"/>
              <a:t> 700 GB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dhëna</a:t>
            </a:r>
            <a:r>
              <a:rPr lang="en-US" dirty="0"/>
              <a:t>, </a:t>
            </a:r>
            <a:r>
              <a:rPr lang="en-US" dirty="0" err="1" smtClean="0"/>
              <a:t>problemet</a:t>
            </a:r>
            <a:r>
              <a:rPr lang="en-US" dirty="0" smtClean="0"/>
              <a:t>.</a:t>
            </a:r>
            <a:endParaRPr lang="en-US" dirty="0"/>
          </a:p>
          <a:p>
            <a:r>
              <a:rPr lang="en-US" dirty="0" err="1" smtClean="0"/>
              <a:t>Nevoja</a:t>
            </a:r>
            <a:r>
              <a:rPr lang="en-US" dirty="0" smtClean="0"/>
              <a:t> </a:t>
            </a:r>
            <a:r>
              <a:rPr lang="en-US" dirty="0" err="1"/>
              <a:t>për</a:t>
            </a:r>
            <a:r>
              <a:rPr lang="en-US" dirty="0"/>
              <a:t> </a:t>
            </a:r>
            <a:r>
              <a:rPr lang="en-US" dirty="0" err="1"/>
              <a:t>regjistrim</a:t>
            </a:r>
            <a:r>
              <a:rPr lang="en-US" dirty="0"/>
              <a:t> </a:t>
            </a:r>
            <a:r>
              <a:rPr lang="en-US" dirty="0" err="1"/>
              <a:t>në</a:t>
            </a:r>
            <a:r>
              <a:rPr lang="en-US" dirty="0"/>
              <a:t> disk </a:t>
            </a:r>
            <a:r>
              <a:rPr lang="en-US" dirty="0" err="1"/>
              <a:t>ose</a:t>
            </a:r>
            <a:r>
              <a:rPr lang="en-US" dirty="0"/>
              <a:t> </a:t>
            </a:r>
            <a:r>
              <a:rPr lang="en-US" dirty="0" err="1"/>
              <a:t>shirit</a:t>
            </a:r>
            <a:r>
              <a:rPr lang="en-US" dirty="0"/>
              <a:t>, </a:t>
            </a:r>
            <a:r>
              <a:rPr lang="en-US" dirty="0" err="1"/>
              <a:t>lëvizja</a:t>
            </a:r>
            <a:r>
              <a:rPr lang="en-US" dirty="0"/>
              <a:t> </a:t>
            </a:r>
            <a:r>
              <a:rPr lang="en-US" dirty="0" err="1"/>
              <a:t>nga</a:t>
            </a:r>
            <a:r>
              <a:rPr lang="en-US" dirty="0"/>
              <a:t> </a:t>
            </a:r>
            <a:r>
              <a:rPr lang="en-US" dirty="0" err="1"/>
              <a:t>memorja</a:t>
            </a:r>
            <a:r>
              <a:rPr lang="en-US" dirty="0"/>
              <a:t> </a:t>
            </a:r>
            <a:r>
              <a:rPr lang="en-US" dirty="0" err="1"/>
              <a:t>sekondare</a:t>
            </a:r>
            <a:r>
              <a:rPr lang="en-US" dirty="0"/>
              <a:t> </a:t>
            </a:r>
            <a:r>
              <a:rPr lang="en-US" dirty="0" err="1"/>
              <a:t>në</a:t>
            </a:r>
            <a:r>
              <a:rPr lang="en-US" dirty="0"/>
              <a:t> </a:t>
            </a:r>
            <a:r>
              <a:rPr lang="en-US" dirty="0" err="1"/>
              <a:t>memorje</a:t>
            </a:r>
            <a:r>
              <a:rPr lang="en-US" dirty="0"/>
              <a:t> </a:t>
            </a:r>
            <a:r>
              <a:rPr lang="en-US" dirty="0" err="1"/>
              <a:t>qëndrore</a:t>
            </a:r>
            <a:r>
              <a:rPr lang="en-US" dirty="0"/>
              <a:t> </a:t>
            </a:r>
            <a:r>
              <a:rPr lang="en-US" dirty="0" err="1"/>
              <a:t>dhe</a:t>
            </a:r>
            <a:r>
              <a:rPr lang="en-US" dirty="0"/>
              <a:t> </a:t>
            </a:r>
            <a:r>
              <a:rPr lang="en-US" dirty="0" err="1"/>
              <a:t>anasjelltas</a:t>
            </a:r>
            <a:r>
              <a:rPr lang="en-US" dirty="0"/>
              <a:t>, </a:t>
            </a:r>
          </a:p>
          <a:p>
            <a:r>
              <a:rPr lang="en-US" dirty="0" err="1" smtClean="0"/>
              <a:t>Nevoja</a:t>
            </a:r>
            <a:r>
              <a:rPr lang="en-US" dirty="0" smtClean="0"/>
              <a:t> </a:t>
            </a:r>
            <a:r>
              <a:rPr lang="en-US" dirty="0" err="1"/>
              <a:t>për</a:t>
            </a:r>
            <a:r>
              <a:rPr lang="en-US" dirty="0"/>
              <a:t> </a:t>
            </a:r>
            <a:r>
              <a:rPr lang="en-US" dirty="0" err="1"/>
              <a:t>sigurim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dhënave</a:t>
            </a:r>
            <a:r>
              <a:rPr lang="en-US" dirty="0"/>
              <a:t>, </a:t>
            </a:r>
            <a:r>
              <a:rPr lang="en-US" dirty="0" err="1"/>
              <a:t>rregullimi</a:t>
            </a:r>
            <a:r>
              <a:rPr lang="en-US" dirty="0"/>
              <a:t> i </a:t>
            </a:r>
            <a:r>
              <a:rPr lang="en-US" dirty="0" err="1"/>
              <a:t>qasjeve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shfrytëzuesve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ndryshëm</a:t>
            </a:r>
            <a:r>
              <a:rPr lang="en-US" dirty="0"/>
              <a:t> </a:t>
            </a:r>
            <a:r>
              <a:rPr lang="en-US" dirty="0" err="1"/>
              <a:t>në</a:t>
            </a:r>
            <a:r>
              <a:rPr lang="en-US" dirty="0"/>
              <a:t> </a:t>
            </a:r>
            <a:r>
              <a:rPr lang="en-US" dirty="0" err="1"/>
              <a:t>bashkësi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ndryshme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dhënave</a:t>
            </a:r>
            <a:r>
              <a:rPr lang="en-US" dirty="0"/>
              <a:t>, </a:t>
            </a:r>
          </a:p>
          <a:p>
            <a:r>
              <a:rPr lang="en-US" dirty="0" err="1" smtClean="0"/>
              <a:t>Nevoja</a:t>
            </a:r>
            <a:r>
              <a:rPr lang="en-US" dirty="0" smtClean="0"/>
              <a:t> </a:t>
            </a:r>
            <a:r>
              <a:rPr lang="en-US" dirty="0" err="1"/>
              <a:t>për</a:t>
            </a:r>
            <a:r>
              <a:rPr lang="en-US" dirty="0"/>
              <a:t> </a:t>
            </a:r>
            <a:r>
              <a:rPr lang="en-US" dirty="0" err="1"/>
              <a:t>sigurimin</a:t>
            </a:r>
            <a:r>
              <a:rPr lang="en-US" dirty="0"/>
              <a:t> e </a:t>
            </a:r>
            <a:r>
              <a:rPr lang="en-US" dirty="0" err="1"/>
              <a:t>integritetit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dhënave</a:t>
            </a:r>
            <a:r>
              <a:rPr lang="en-US" dirty="0"/>
              <a:t>, </a:t>
            </a:r>
          </a:p>
          <a:p>
            <a:r>
              <a:rPr lang="en-US" dirty="0" err="1" smtClean="0"/>
              <a:t>Nevoja</a:t>
            </a:r>
            <a:r>
              <a:rPr lang="en-US" dirty="0" smtClean="0"/>
              <a:t> </a:t>
            </a:r>
            <a:r>
              <a:rPr lang="en-US" dirty="0" err="1"/>
              <a:t>për</a:t>
            </a:r>
            <a:r>
              <a:rPr lang="en-US" dirty="0"/>
              <a:t> </a:t>
            </a:r>
            <a:r>
              <a:rPr lang="en-US" dirty="0" err="1"/>
              <a:t>përgjigje</a:t>
            </a:r>
            <a:r>
              <a:rPr lang="en-US" dirty="0"/>
              <a:t> </a:t>
            </a:r>
            <a:r>
              <a:rPr lang="en-US" dirty="0" err="1"/>
              <a:t>në</a:t>
            </a:r>
            <a:r>
              <a:rPr lang="en-US" dirty="0"/>
              <a:t> </a:t>
            </a:r>
            <a:r>
              <a:rPr lang="en-US" dirty="0" err="1"/>
              <a:t>kërkesat</a:t>
            </a:r>
            <a:r>
              <a:rPr lang="en-US" dirty="0"/>
              <a:t> (</a:t>
            </a:r>
            <a:r>
              <a:rPr lang="en-US" dirty="0" err="1"/>
              <a:t>pyetsorët</a:t>
            </a:r>
            <a:r>
              <a:rPr lang="en-US" dirty="0"/>
              <a:t>) e </a:t>
            </a:r>
            <a:r>
              <a:rPr lang="en-US" dirty="0" err="1"/>
              <a:t>ndryshëm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shfrytëzuesve</a:t>
            </a:r>
            <a:r>
              <a:rPr lang="en-US" dirty="0"/>
              <a:t>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03508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 smtClean="0"/>
              <a:t>Pse</a:t>
            </a:r>
            <a:r>
              <a:rPr lang="en-US" dirty="0" smtClean="0"/>
              <a:t> </a:t>
            </a:r>
            <a:r>
              <a:rPr lang="en-US" dirty="0" err="1"/>
              <a:t>përdorim</a:t>
            </a:r>
            <a:r>
              <a:rPr lang="en-US" dirty="0"/>
              <a:t> DBMS?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b="1" dirty="0" err="1" smtClean="0"/>
              <a:t>Pavarshmërija</a:t>
            </a:r>
            <a:r>
              <a:rPr lang="en-US" b="1" dirty="0" smtClean="0"/>
              <a:t> </a:t>
            </a:r>
            <a:r>
              <a:rPr lang="en-US" b="1" dirty="0"/>
              <a:t>e </a:t>
            </a:r>
            <a:r>
              <a:rPr lang="en-US" b="1" dirty="0" err="1"/>
              <a:t>të</a:t>
            </a:r>
            <a:r>
              <a:rPr lang="en-US" b="1" dirty="0"/>
              <a:t> </a:t>
            </a:r>
            <a:r>
              <a:rPr lang="en-US" b="1" dirty="0" err="1"/>
              <a:t>dhënave</a:t>
            </a:r>
            <a:r>
              <a:rPr lang="en-US" b="1" dirty="0"/>
              <a:t> </a:t>
            </a:r>
            <a:r>
              <a:rPr lang="en-US" dirty="0"/>
              <a:t>– </a:t>
            </a:r>
            <a:r>
              <a:rPr lang="en-US" dirty="0" err="1"/>
              <a:t>aplikacionet</a:t>
            </a:r>
            <a:r>
              <a:rPr lang="en-US" dirty="0"/>
              <a:t> </a:t>
            </a:r>
            <a:r>
              <a:rPr lang="en-US" dirty="0" err="1"/>
              <a:t>dhe</a:t>
            </a:r>
            <a:r>
              <a:rPr lang="en-US" dirty="0"/>
              <a:t> </a:t>
            </a:r>
            <a:r>
              <a:rPr lang="en-US" dirty="0" err="1"/>
              <a:t>programet</a:t>
            </a:r>
            <a:r>
              <a:rPr lang="en-US" dirty="0"/>
              <a:t> </a:t>
            </a:r>
            <a:r>
              <a:rPr lang="en-US" dirty="0" err="1"/>
              <a:t>janë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pavarura</a:t>
            </a:r>
            <a:r>
              <a:rPr lang="en-US" dirty="0"/>
              <a:t> </a:t>
            </a:r>
            <a:r>
              <a:rPr lang="en-US" dirty="0" err="1"/>
              <a:t>nga</a:t>
            </a:r>
            <a:r>
              <a:rPr lang="en-US" dirty="0"/>
              <a:t> </a:t>
            </a:r>
            <a:r>
              <a:rPr lang="en-US" dirty="0" err="1"/>
              <a:t>detajet</a:t>
            </a:r>
            <a:r>
              <a:rPr lang="en-US" dirty="0"/>
              <a:t> e </a:t>
            </a:r>
            <a:r>
              <a:rPr lang="en-US" dirty="0" err="1"/>
              <a:t>reprezentimit</a:t>
            </a:r>
            <a:r>
              <a:rPr lang="en-US" dirty="0"/>
              <a:t> </a:t>
            </a:r>
            <a:r>
              <a:rPr lang="en-US" dirty="0" err="1"/>
              <a:t>dhe</a:t>
            </a:r>
            <a:r>
              <a:rPr lang="en-US" dirty="0"/>
              <a:t> </a:t>
            </a:r>
            <a:r>
              <a:rPr lang="en-US" dirty="0" err="1"/>
              <a:t>ruajtjes</a:t>
            </a:r>
            <a:r>
              <a:rPr lang="en-US" dirty="0"/>
              <a:t> </a:t>
            </a:r>
            <a:r>
              <a:rPr lang="en-US" dirty="0" err="1"/>
              <a:t>së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dhënave</a:t>
            </a:r>
            <a:r>
              <a:rPr lang="en-US" dirty="0"/>
              <a:t>, </a:t>
            </a:r>
            <a:r>
              <a:rPr lang="en-US" dirty="0" err="1"/>
              <a:t>shiqim</a:t>
            </a:r>
            <a:r>
              <a:rPr lang="en-US" dirty="0"/>
              <a:t> </a:t>
            </a:r>
            <a:r>
              <a:rPr lang="en-US" dirty="0" err="1"/>
              <a:t>apstrakt</a:t>
            </a:r>
            <a:r>
              <a:rPr lang="en-US" dirty="0"/>
              <a:t> i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dhënave</a:t>
            </a:r>
            <a:r>
              <a:rPr lang="en-US" dirty="0"/>
              <a:t>, </a:t>
            </a:r>
          </a:p>
          <a:p>
            <a:r>
              <a:rPr lang="en-US" b="1" dirty="0" err="1" smtClean="0"/>
              <a:t>Efikasiteti</a:t>
            </a:r>
            <a:r>
              <a:rPr lang="en-US" b="1" dirty="0" smtClean="0"/>
              <a:t> </a:t>
            </a:r>
            <a:r>
              <a:rPr lang="en-US" b="1" dirty="0"/>
              <a:t>i </a:t>
            </a:r>
            <a:r>
              <a:rPr lang="en-US" b="1" dirty="0" err="1"/>
              <a:t>qasjes</a:t>
            </a:r>
            <a:r>
              <a:rPr lang="en-US" b="1" dirty="0"/>
              <a:t> </a:t>
            </a:r>
            <a:r>
              <a:rPr lang="en-US" dirty="0"/>
              <a:t>– DBMS </a:t>
            </a:r>
            <a:r>
              <a:rPr lang="en-US" dirty="0" err="1"/>
              <a:t>shfrytëzon</a:t>
            </a:r>
            <a:r>
              <a:rPr lang="en-US" dirty="0"/>
              <a:t> </a:t>
            </a:r>
            <a:r>
              <a:rPr lang="en-US" dirty="0" err="1"/>
              <a:t>teknika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ndryshme</a:t>
            </a:r>
            <a:r>
              <a:rPr lang="en-US" dirty="0"/>
              <a:t> </a:t>
            </a:r>
            <a:r>
              <a:rPr lang="en-US" dirty="0" err="1"/>
              <a:t>dhe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sofistikuara</a:t>
            </a:r>
            <a:r>
              <a:rPr lang="en-US" dirty="0"/>
              <a:t> </a:t>
            </a:r>
            <a:r>
              <a:rPr lang="en-US" dirty="0" err="1"/>
              <a:t>për</a:t>
            </a:r>
            <a:r>
              <a:rPr lang="en-US" dirty="0"/>
              <a:t> </a:t>
            </a:r>
            <a:r>
              <a:rPr lang="en-US" dirty="0" err="1"/>
              <a:t>ruajtjen</a:t>
            </a:r>
            <a:r>
              <a:rPr lang="en-US" dirty="0"/>
              <a:t> </a:t>
            </a:r>
            <a:r>
              <a:rPr lang="en-US" dirty="0" err="1"/>
              <a:t>dhe</a:t>
            </a:r>
            <a:r>
              <a:rPr lang="en-US" dirty="0"/>
              <a:t> </a:t>
            </a:r>
            <a:r>
              <a:rPr lang="en-US" dirty="0" err="1"/>
              <a:t>nxjerjen</a:t>
            </a:r>
            <a:r>
              <a:rPr lang="en-US" dirty="0"/>
              <a:t> (</a:t>
            </a:r>
            <a:r>
              <a:rPr lang="en-US" dirty="0" err="1"/>
              <a:t>leximin</a:t>
            </a:r>
            <a:r>
              <a:rPr lang="en-US" dirty="0"/>
              <a:t>) </a:t>
            </a:r>
            <a:r>
              <a:rPr lang="en-US" dirty="0" err="1"/>
              <a:t>efikas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dhënave</a:t>
            </a:r>
            <a:r>
              <a:rPr lang="en-US" dirty="0"/>
              <a:t>, </a:t>
            </a:r>
          </a:p>
          <a:p>
            <a:r>
              <a:rPr lang="en-US" b="1" dirty="0" err="1" smtClean="0"/>
              <a:t>Integriteti</a:t>
            </a:r>
            <a:r>
              <a:rPr lang="en-US" b="1" dirty="0" smtClean="0"/>
              <a:t> </a:t>
            </a:r>
            <a:r>
              <a:rPr lang="en-US" b="1" dirty="0"/>
              <a:t>i </a:t>
            </a:r>
            <a:r>
              <a:rPr lang="en-US" b="1" dirty="0" err="1"/>
              <a:t>të</a:t>
            </a:r>
            <a:r>
              <a:rPr lang="en-US" b="1" dirty="0"/>
              <a:t> </a:t>
            </a:r>
            <a:r>
              <a:rPr lang="en-US" b="1" dirty="0" err="1"/>
              <a:t>dhënave</a:t>
            </a:r>
            <a:r>
              <a:rPr lang="en-US" b="1" dirty="0"/>
              <a:t> </a:t>
            </a:r>
            <a:r>
              <a:rPr lang="en-US" dirty="0"/>
              <a:t>– DBMS </a:t>
            </a:r>
            <a:r>
              <a:rPr lang="en-US" dirty="0" err="1"/>
              <a:t>posedon</a:t>
            </a:r>
            <a:r>
              <a:rPr lang="en-US" dirty="0"/>
              <a:t> </a:t>
            </a:r>
            <a:r>
              <a:rPr lang="en-US" dirty="0" err="1"/>
              <a:t>teknika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posaçme</a:t>
            </a:r>
            <a:r>
              <a:rPr lang="en-US" dirty="0"/>
              <a:t> </a:t>
            </a:r>
            <a:r>
              <a:rPr lang="en-US" dirty="0" err="1"/>
              <a:t>për</a:t>
            </a:r>
            <a:r>
              <a:rPr lang="en-US" dirty="0"/>
              <a:t> </a:t>
            </a:r>
            <a:r>
              <a:rPr lang="en-US" dirty="0" err="1"/>
              <a:t>mbrojtjen</a:t>
            </a:r>
            <a:r>
              <a:rPr lang="en-US" dirty="0"/>
              <a:t> e </a:t>
            </a:r>
            <a:r>
              <a:rPr lang="en-US" dirty="0" err="1"/>
              <a:t>integritetit</a:t>
            </a:r>
            <a:r>
              <a:rPr lang="en-US" dirty="0"/>
              <a:t>, p.sh. </a:t>
            </a:r>
            <a:r>
              <a:rPr lang="en-US" dirty="0" err="1"/>
              <a:t>Nuk</a:t>
            </a:r>
            <a:r>
              <a:rPr lang="en-US" dirty="0"/>
              <a:t> </a:t>
            </a:r>
            <a:r>
              <a:rPr lang="en-US" dirty="0" err="1"/>
              <a:t>lejon</a:t>
            </a:r>
            <a:r>
              <a:rPr lang="en-US" dirty="0"/>
              <a:t> </a:t>
            </a:r>
            <a:r>
              <a:rPr lang="en-US" dirty="0" err="1"/>
              <a:t>që</a:t>
            </a:r>
            <a:r>
              <a:rPr lang="en-US" dirty="0"/>
              <a:t> </a:t>
            </a:r>
            <a:r>
              <a:rPr lang="en-US" dirty="0" err="1"/>
              <a:t>mosha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jetë</a:t>
            </a:r>
            <a:r>
              <a:rPr lang="en-US" dirty="0"/>
              <a:t> </a:t>
            </a:r>
            <a:r>
              <a:rPr lang="en-US" dirty="0" err="1"/>
              <a:t>numër</a:t>
            </a:r>
            <a:r>
              <a:rPr lang="en-US" dirty="0"/>
              <a:t> </a:t>
            </a:r>
            <a:r>
              <a:rPr lang="en-US" dirty="0" err="1"/>
              <a:t>negativ</a:t>
            </a:r>
            <a:r>
              <a:rPr lang="en-US" dirty="0"/>
              <a:t>, </a:t>
            </a:r>
          </a:p>
          <a:p>
            <a:r>
              <a:rPr lang="en-US" b="1" dirty="0" err="1" smtClean="0"/>
              <a:t>Mbrojtja</a:t>
            </a:r>
            <a:r>
              <a:rPr lang="en-US" b="1" dirty="0" smtClean="0"/>
              <a:t> </a:t>
            </a:r>
            <a:r>
              <a:rPr lang="en-US" b="1" dirty="0" err="1"/>
              <a:t>nga</a:t>
            </a:r>
            <a:r>
              <a:rPr lang="en-US" b="1" dirty="0"/>
              <a:t> </a:t>
            </a:r>
            <a:r>
              <a:rPr lang="en-US" b="1" dirty="0" err="1"/>
              <a:t>qasja</a:t>
            </a:r>
            <a:r>
              <a:rPr lang="en-US" b="1" dirty="0"/>
              <a:t> e pa </a:t>
            </a:r>
            <a:r>
              <a:rPr lang="en-US" b="1" dirty="0" err="1"/>
              <a:t>autorizuar</a:t>
            </a:r>
            <a:r>
              <a:rPr lang="en-US" b="1" dirty="0"/>
              <a:t> </a:t>
            </a:r>
            <a:r>
              <a:rPr lang="en-US" dirty="0"/>
              <a:t>– DBMS </a:t>
            </a:r>
            <a:r>
              <a:rPr lang="en-US" dirty="0" err="1"/>
              <a:t>mundëson</a:t>
            </a:r>
            <a:r>
              <a:rPr lang="en-US" dirty="0"/>
              <a:t> </a:t>
            </a:r>
            <a:r>
              <a:rPr lang="en-US" dirty="0" err="1"/>
              <a:t>që</a:t>
            </a:r>
            <a:r>
              <a:rPr lang="en-US" dirty="0"/>
              <a:t> </a:t>
            </a:r>
            <a:r>
              <a:rPr lang="en-US" dirty="0" err="1"/>
              <a:t>shfrytëzuesit</a:t>
            </a:r>
            <a:r>
              <a:rPr lang="en-US" dirty="0"/>
              <a:t> e </a:t>
            </a:r>
            <a:r>
              <a:rPr lang="en-US" dirty="0" err="1"/>
              <a:t>ndryshëm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kenë</a:t>
            </a:r>
            <a:r>
              <a:rPr lang="en-US" dirty="0"/>
              <a:t> </a:t>
            </a:r>
            <a:r>
              <a:rPr lang="en-US" dirty="0" err="1"/>
              <a:t>qasje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ndryshme</a:t>
            </a:r>
            <a:r>
              <a:rPr lang="en-US" dirty="0"/>
              <a:t> </a:t>
            </a:r>
            <a:r>
              <a:rPr lang="en-US" dirty="0" err="1"/>
              <a:t>tek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dhënat</a:t>
            </a:r>
            <a:r>
              <a:rPr lang="en-US" dirty="0"/>
              <a:t>. </a:t>
            </a:r>
          </a:p>
          <a:p>
            <a:r>
              <a:rPr lang="en-US" b="1" dirty="0" err="1"/>
              <a:t>Sigurimi</a:t>
            </a:r>
            <a:r>
              <a:rPr lang="en-US" b="1" dirty="0"/>
              <a:t> i </a:t>
            </a:r>
            <a:r>
              <a:rPr lang="en-US" b="1" dirty="0" err="1"/>
              <a:t>qasjes</a:t>
            </a:r>
            <a:r>
              <a:rPr lang="en-US" b="1" dirty="0"/>
              <a:t> </a:t>
            </a:r>
            <a:r>
              <a:rPr lang="en-US" b="1" dirty="0" err="1"/>
              <a:t>së</a:t>
            </a:r>
            <a:r>
              <a:rPr lang="en-US" b="1" dirty="0"/>
              <a:t> </a:t>
            </a:r>
            <a:r>
              <a:rPr lang="en-US" b="1" dirty="0" err="1"/>
              <a:t>menjëhershme</a:t>
            </a:r>
            <a:r>
              <a:rPr lang="en-US" b="1" dirty="0"/>
              <a:t> </a:t>
            </a:r>
            <a:r>
              <a:rPr lang="en-US" dirty="0"/>
              <a:t>– DBMS </a:t>
            </a:r>
            <a:r>
              <a:rPr lang="en-US" dirty="0" err="1"/>
              <a:t>siguron</a:t>
            </a:r>
            <a:r>
              <a:rPr lang="en-US" dirty="0"/>
              <a:t> </a:t>
            </a:r>
            <a:r>
              <a:rPr lang="en-US" dirty="0" err="1"/>
              <a:t>planifikimin</a:t>
            </a:r>
            <a:r>
              <a:rPr lang="en-US" dirty="0"/>
              <a:t> (</a:t>
            </a:r>
            <a:r>
              <a:rPr lang="en-US" dirty="0" err="1"/>
              <a:t>orar</a:t>
            </a:r>
            <a:r>
              <a:rPr lang="en-US" dirty="0"/>
              <a:t> </a:t>
            </a:r>
            <a:r>
              <a:rPr lang="en-US" dirty="0" err="1"/>
              <a:t>ang.schedule</a:t>
            </a:r>
            <a:r>
              <a:rPr lang="en-US" dirty="0"/>
              <a:t>)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qasjeve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menjëhershme</a:t>
            </a:r>
            <a:r>
              <a:rPr lang="en-US" dirty="0"/>
              <a:t>, p.sh. </a:t>
            </a:r>
            <a:r>
              <a:rPr lang="en-US" dirty="0" err="1"/>
              <a:t>Rezervimi</a:t>
            </a:r>
            <a:r>
              <a:rPr lang="en-US" dirty="0"/>
              <a:t> i </a:t>
            </a:r>
            <a:r>
              <a:rPr lang="en-US" dirty="0" err="1"/>
              <a:t>biletave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aeroplanit</a:t>
            </a:r>
            <a:r>
              <a:rPr lang="en-US" dirty="0"/>
              <a:t> </a:t>
            </a:r>
            <a:r>
              <a:rPr lang="en-US" dirty="0" err="1"/>
              <a:t>nga</a:t>
            </a:r>
            <a:r>
              <a:rPr lang="en-US" dirty="0"/>
              <a:t> </a:t>
            </a:r>
            <a:r>
              <a:rPr lang="en-US" dirty="0" err="1"/>
              <a:t>dy</a:t>
            </a:r>
            <a:r>
              <a:rPr lang="en-US" dirty="0"/>
              <a:t> </a:t>
            </a:r>
            <a:r>
              <a:rPr lang="en-US" dirty="0" err="1"/>
              <a:t>qytete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ndryshme</a:t>
            </a:r>
            <a:r>
              <a:rPr lang="en-US" dirty="0"/>
              <a:t>, 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68541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 smtClean="0"/>
              <a:t>Modelet</a:t>
            </a:r>
            <a:r>
              <a:rPr lang="en-US" dirty="0" smtClean="0"/>
              <a:t> </a:t>
            </a:r>
            <a:r>
              <a:rPr lang="en-US" dirty="0"/>
              <a:t>e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dhënave</a:t>
            </a:r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 smtClean="0"/>
              <a:t>Modeli</a:t>
            </a:r>
            <a:r>
              <a:rPr lang="en-US" dirty="0" smtClean="0"/>
              <a:t> </a:t>
            </a:r>
            <a:r>
              <a:rPr lang="en-US" dirty="0"/>
              <a:t>i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dhënave</a:t>
            </a:r>
            <a:r>
              <a:rPr lang="en-US" dirty="0"/>
              <a:t> (data model) – </a:t>
            </a:r>
            <a:r>
              <a:rPr lang="en-US" dirty="0" err="1"/>
              <a:t>kolekcion</a:t>
            </a:r>
            <a:r>
              <a:rPr lang="en-US" dirty="0"/>
              <a:t> i </a:t>
            </a:r>
            <a:r>
              <a:rPr lang="en-US" dirty="0" err="1"/>
              <a:t>koncepteve</a:t>
            </a:r>
            <a:r>
              <a:rPr lang="en-US" dirty="0"/>
              <a:t> </a:t>
            </a:r>
            <a:r>
              <a:rPr lang="en-US" dirty="0" err="1"/>
              <a:t>për</a:t>
            </a:r>
            <a:r>
              <a:rPr lang="en-US" dirty="0"/>
              <a:t> </a:t>
            </a:r>
            <a:r>
              <a:rPr lang="en-US" dirty="0" err="1"/>
              <a:t>përshkrimin</a:t>
            </a:r>
            <a:r>
              <a:rPr lang="en-US" dirty="0"/>
              <a:t> e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dhënave</a:t>
            </a:r>
            <a:r>
              <a:rPr lang="en-US" dirty="0"/>
              <a:t>, </a:t>
            </a:r>
            <a:r>
              <a:rPr lang="en-US" dirty="0" err="1"/>
              <a:t>përshkrimi</a:t>
            </a:r>
            <a:r>
              <a:rPr lang="en-US" dirty="0"/>
              <a:t> i </a:t>
            </a:r>
            <a:r>
              <a:rPr lang="en-US" dirty="0" err="1"/>
              <a:t>nivelit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lartë</a:t>
            </a:r>
            <a:r>
              <a:rPr lang="en-US" dirty="0"/>
              <a:t> i </a:t>
            </a:r>
            <a:r>
              <a:rPr lang="en-US" dirty="0" err="1"/>
              <a:t>cili</a:t>
            </a:r>
            <a:r>
              <a:rPr lang="en-US" dirty="0"/>
              <a:t> </a:t>
            </a:r>
            <a:r>
              <a:rPr lang="en-US" dirty="0" err="1"/>
              <a:t>fsheh</a:t>
            </a:r>
            <a:r>
              <a:rPr lang="en-US" dirty="0"/>
              <a:t> </a:t>
            </a:r>
            <a:r>
              <a:rPr lang="en-US" dirty="0" err="1"/>
              <a:t>detajet</a:t>
            </a:r>
            <a:r>
              <a:rPr lang="en-US" dirty="0"/>
              <a:t> e </a:t>
            </a:r>
            <a:r>
              <a:rPr lang="en-US" dirty="0" err="1"/>
              <a:t>nivelit</a:t>
            </a:r>
            <a:r>
              <a:rPr lang="en-US" dirty="0"/>
              <a:t> “</a:t>
            </a:r>
            <a:r>
              <a:rPr lang="en-US" dirty="0" err="1"/>
              <a:t>më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ulët</a:t>
            </a:r>
            <a:r>
              <a:rPr lang="en-US" dirty="0"/>
              <a:t>”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ruajtjes</a:t>
            </a:r>
            <a:r>
              <a:rPr lang="en-US" dirty="0"/>
              <a:t> </a:t>
            </a:r>
            <a:r>
              <a:rPr lang="en-US" dirty="0" err="1"/>
              <a:t>së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dhënave</a:t>
            </a:r>
            <a:r>
              <a:rPr lang="en-US" dirty="0"/>
              <a:t>. </a:t>
            </a:r>
          </a:p>
          <a:p>
            <a:r>
              <a:rPr lang="en-US" dirty="0" err="1" smtClean="0"/>
              <a:t>Shema</a:t>
            </a:r>
            <a:r>
              <a:rPr lang="en-US" dirty="0" smtClean="0"/>
              <a:t> </a:t>
            </a:r>
            <a:r>
              <a:rPr lang="en-US" dirty="0"/>
              <a:t>(schema) – </a:t>
            </a:r>
            <a:r>
              <a:rPr lang="en-US" dirty="0" err="1"/>
              <a:t>përshkrimi</a:t>
            </a:r>
            <a:r>
              <a:rPr lang="en-US" dirty="0"/>
              <a:t> i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dhënave</a:t>
            </a:r>
            <a:r>
              <a:rPr lang="en-US" dirty="0"/>
              <a:t> duke </a:t>
            </a:r>
            <a:r>
              <a:rPr lang="en-US" dirty="0" err="1"/>
              <a:t>shfrytëzuar</a:t>
            </a:r>
            <a:r>
              <a:rPr lang="en-US" dirty="0"/>
              <a:t> </a:t>
            </a:r>
            <a:r>
              <a:rPr lang="en-US" dirty="0" err="1"/>
              <a:t>modelin</a:t>
            </a:r>
            <a:r>
              <a:rPr lang="en-US" dirty="0"/>
              <a:t> e </a:t>
            </a:r>
            <a:r>
              <a:rPr lang="en-US" dirty="0" err="1"/>
              <a:t>dhënë</a:t>
            </a:r>
            <a:r>
              <a:rPr lang="en-US" dirty="0"/>
              <a:t>, </a:t>
            </a:r>
          </a:p>
          <a:p>
            <a:r>
              <a:rPr lang="en-US" dirty="0" err="1" smtClean="0"/>
              <a:t>Modeli</a:t>
            </a:r>
            <a:r>
              <a:rPr lang="en-US" dirty="0" smtClean="0"/>
              <a:t> </a:t>
            </a:r>
            <a:r>
              <a:rPr lang="en-US" dirty="0" err="1"/>
              <a:t>semantik</a:t>
            </a:r>
            <a:r>
              <a:rPr lang="en-US" dirty="0"/>
              <a:t> (semantic data model) – </a:t>
            </a:r>
            <a:r>
              <a:rPr lang="en-US" dirty="0" err="1"/>
              <a:t>modelim</a:t>
            </a:r>
            <a:r>
              <a:rPr lang="en-US" dirty="0"/>
              <a:t> </a:t>
            </a:r>
            <a:r>
              <a:rPr lang="en-US" dirty="0" err="1"/>
              <a:t>aspekt</a:t>
            </a:r>
            <a:r>
              <a:rPr lang="en-US" dirty="0"/>
              <a:t> i </a:t>
            </a:r>
            <a:r>
              <a:rPr lang="en-US" dirty="0" err="1"/>
              <a:t>nivelit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lartë</a:t>
            </a:r>
            <a:r>
              <a:rPr lang="en-US" dirty="0"/>
              <a:t> i </a:t>
            </a:r>
            <a:r>
              <a:rPr lang="en-US" dirty="0" err="1"/>
              <a:t>cili</a:t>
            </a:r>
            <a:r>
              <a:rPr lang="en-US" dirty="0"/>
              <a:t> </a:t>
            </a:r>
            <a:r>
              <a:rPr lang="en-US" dirty="0" err="1"/>
              <a:t>mundëson</a:t>
            </a:r>
            <a:r>
              <a:rPr lang="en-US" dirty="0"/>
              <a:t> </a:t>
            </a:r>
            <a:r>
              <a:rPr lang="en-US" dirty="0" err="1"/>
              <a:t>përshkrimin</a:t>
            </a:r>
            <a:r>
              <a:rPr lang="en-US" dirty="0"/>
              <a:t> </a:t>
            </a:r>
            <a:r>
              <a:rPr lang="en-US" dirty="0" err="1"/>
              <a:t>logjik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dhënave</a:t>
            </a:r>
            <a:r>
              <a:rPr lang="en-US" dirty="0"/>
              <a:t>, </a:t>
            </a:r>
            <a:r>
              <a:rPr lang="en-US" dirty="0" err="1"/>
              <a:t>modeli</a:t>
            </a:r>
            <a:r>
              <a:rPr lang="en-US" dirty="0"/>
              <a:t> i </a:t>
            </a:r>
            <a:r>
              <a:rPr lang="en-US" dirty="0" err="1"/>
              <a:t>quajtur</a:t>
            </a:r>
            <a:r>
              <a:rPr lang="en-US" dirty="0"/>
              <a:t> </a:t>
            </a:r>
            <a:r>
              <a:rPr lang="en-US" b="1" dirty="0"/>
              <a:t>entity-relationship model (E-R model). 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68086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066800"/>
            <a:ext cx="8229600" cy="4525963"/>
          </a:xfrm>
        </p:spPr>
        <p:txBody>
          <a:bodyPr>
            <a:normAutofit/>
          </a:bodyPr>
          <a:lstStyle/>
          <a:p>
            <a:endParaRPr lang="en-US" dirty="0"/>
          </a:p>
          <a:p>
            <a:pPr marL="0" indent="0">
              <a:buNone/>
            </a:pPr>
            <a:r>
              <a:rPr lang="en-US" dirty="0" smtClean="0"/>
              <a:t>	</a:t>
            </a:r>
            <a:r>
              <a:rPr lang="en-US" dirty="0" err="1" smtClean="0"/>
              <a:t>Studenti</a:t>
            </a:r>
            <a:r>
              <a:rPr lang="en-US" dirty="0" smtClean="0"/>
              <a:t> (	</a:t>
            </a:r>
          </a:p>
          <a:p>
            <a:pPr marL="0" indent="0">
              <a:buNone/>
            </a:pPr>
            <a:r>
              <a:rPr lang="en-US" dirty="0" smtClean="0"/>
              <a:t>	</a:t>
            </a:r>
            <a:r>
              <a:rPr lang="en-US" dirty="0" err="1" smtClean="0"/>
              <a:t>Emri</a:t>
            </a:r>
            <a:r>
              <a:rPr lang="en-US" dirty="0" smtClean="0"/>
              <a:t> </a:t>
            </a:r>
            <a:r>
              <a:rPr lang="en-US" dirty="0" err="1"/>
              <a:t>dhe</a:t>
            </a:r>
            <a:r>
              <a:rPr lang="en-US" dirty="0"/>
              <a:t> </a:t>
            </a:r>
            <a:r>
              <a:rPr lang="en-US" dirty="0" err="1"/>
              <a:t>mbiemri</a:t>
            </a:r>
            <a:r>
              <a:rPr lang="en-US" dirty="0"/>
              <a:t>: string, </a:t>
            </a:r>
            <a:r>
              <a:rPr lang="en-US" dirty="0" smtClean="0"/>
              <a:t>	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 smtClean="0"/>
              <a:t>ID:string</a:t>
            </a:r>
            <a:r>
              <a:rPr lang="en-US" dirty="0" smtClean="0"/>
              <a:t>, 	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 smtClean="0"/>
              <a:t>Mosha:integer</a:t>
            </a:r>
            <a:r>
              <a:rPr lang="en-US" dirty="0" smtClean="0"/>
              <a:t>,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 smtClean="0"/>
              <a:t>viti</a:t>
            </a:r>
            <a:r>
              <a:rPr lang="en-US" dirty="0" smtClean="0"/>
              <a:t> i </a:t>
            </a:r>
            <a:r>
              <a:rPr lang="en-US" dirty="0" err="1" smtClean="0"/>
              <a:t>regjistrimit:integer</a:t>
            </a:r>
            <a:r>
              <a:rPr lang="en-US" dirty="0"/>
              <a:t>, </a:t>
            </a:r>
            <a:endParaRPr lang="en-US" dirty="0" smtClean="0"/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 smtClean="0"/>
              <a:t>Nota:integer</a:t>
            </a:r>
            <a:endParaRPr lang="en-US" dirty="0" smtClean="0"/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48469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05" y="990600"/>
            <a:ext cx="8229600" cy="4525963"/>
          </a:xfrm>
        </p:spPr>
        <p:txBody>
          <a:bodyPr/>
          <a:lstStyle/>
          <a:p>
            <a:r>
              <a:rPr lang="en-US" b="1" dirty="0" err="1" smtClean="0"/>
              <a:t>Instanca</a:t>
            </a:r>
            <a:r>
              <a:rPr lang="en-US" b="1" dirty="0" smtClean="0"/>
              <a:t> </a:t>
            </a:r>
            <a:r>
              <a:rPr lang="en-US" dirty="0"/>
              <a:t>(</a:t>
            </a:r>
            <a:r>
              <a:rPr lang="en-US" dirty="0" err="1"/>
              <a:t>rekord</a:t>
            </a:r>
            <a:r>
              <a:rPr lang="en-US" dirty="0"/>
              <a:t>, </a:t>
            </a:r>
            <a:r>
              <a:rPr lang="en-US" dirty="0" err="1"/>
              <a:t>rradhitja</a:t>
            </a:r>
            <a:r>
              <a:rPr lang="en-US" dirty="0"/>
              <a:t>, </a:t>
            </a:r>
            <a:r>
              <a:rPr lang="en-US" dirty="0" err="1"/>
              <a:t>ekzemplari</a:t>
            </a:r>
            <a:r>
              <a:rPr lang="en-US" dirty="0"/>
              <a:t>, </a:t>
            </a:r>
            <a:r>
              <a:rPr lang="en-US" dirty="0" err="1"/>
              <a:t>shembull</a:t>
            </a:r>
            <a:r>
              <a:rPr lang="en-US" dirty="0"/>
              <a:t>, </a:t>
            </a:r>
            <a:r>
              <a:rPr lang="en-US" dirty="0" err="1"/>
              <a:t>ang.</a:t>
            </a:r>
            <a:r>
              <a:rPr lang="en-US" dirty="0"/>
              <a:t> Instance, record) – </a:t>
            </a:r>
            <a:r>
              <a:rPr lang="en-US" dirty="0" err="1"/>
              <a:t>paraqet</a:t>
            </a:r>
            <a:r>
              <a:rPr lang="en-US" dirty="0"/>
              <a:t> </a:t>
            </a:r>
            <a:r>
              <a:rPr lang="en-US" dirty="0" err="1"/>
              <a:t>një</a:t>
            </a:r>
            <a:r>
              <a:rPr lang="en-US" dirty="0"/>
              <a:t> </a:t>
            </a:r>
            <a:r>
              <a:rPr lang="en-US" dirty="0" err="1"/>
              <a:t>koleksion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dhënave</a:t>
            </a:r>
            <a:r>
              <a:rPr lang="en-US" dirty="0"/>
              <a:t> </a:t>
            </a:r>
            <a:r>
              <a:rPr lang="en-US" dirty="0" err="1"/>
              <a:t>në</a:t>
            </a:r>
            <a:r>
              <a:rPr lang="en-US" dirty="0"/>
              <a:t> </a:t>
            </a:r>
            <a:r>
              <a:rPr lang="en-US" dirty="0" err="1"/>
              <a:t>databazë</a:t>
            </a:r>
            <a:r>
              <a:rPr lang="en-US" dirty="0"/>
              <a:t> </a:t>
            </a:r>
            <a:r>
              <a:rPr lang="en-US" dirty="0" err="1"/>
              <a:t>nga</a:t>
            </a:r>
            <a:r>
              <a:rPr lang="en-US" dirty="0"/>
              <a:t> </a:t>
            </a:r>
            <a:r>
              <a:rPr lang="en-US" dirty="0" err="1"/>
              <a:t>një</a:t>
            </a:r>
            <a:r>
              <a:rPr lang="en-US" dirty="0"/>
              <a:t> </a:t>
            </a:r>
            <a:r>
              <a:rPr lang="en-US" dirty="0" err="1"/>
              <a:t>pikë</a:t>
            </a:r>
            <a:r>
              <a:rPr lang="en-US" dirty="0"/>
              <a:t> e </a:t>
            </a:r>
            <a:r>
              <a:rPr lang="en-US" dirty="0" err="1"/>
              <a:t>caktuar</a:t>
            </a:r>
            <a:r>
              <a:rPr lang="en-US" dirty="0"/>
              <a:t> (vend i </a:t>
            </a:r>
            <a:r>
              <a:rPr lang="en-US" dirty="0" err="1"/>
              <a:t>caktuar</a:t>
            </a:r>
            <a:r>
              <a:rPr lang="en-US" dirty="0"/>
              <a:t>, </a:t>
            </a:r>
            <a:r>
              <a:rPr lang="en-US" dirty="0" err="1"/>
              <a:t>një</a:t>
            </a:r>
            <a:r>
              <a:rPr lang="en-US" dirty="0"/>
              <a:t> </a:t>
            </a:r>
            <a:r>
              <a:rPr lang="en-US" dirty="0" err="1"/>
              <a:t>prerje</a:t>
            </a:r>
            <a:r>
              <a:rPr lang="en-US" dirty="0"/>
              <a:t>, </a:t>
            </a:r>
            <a:r>
              <a:rPr lang="en-US" dirty="0" err="1"/>
              <a:t>ang.</a:t>
            </a:r>
            <a:r>
              <a:rPr lang="en-US" dirty="0"/>
              <a:t> Snap-shot), p.sh. </a:t>
            </a:r>
          </a:p>
          <a:p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318" y="3581400"/>
            <a:ext cx="8639175" cy="2838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001117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838200"/>
            <a:ext cx="8165379" cy="5211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17570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1143000"/>
          </a:xfrm>
        </p:spPr>
        <p:txBody>
          <a:bodyPr>
            <a:normAutofit/>
          </a:bodyPr>
          <a:lstStyle/>
          <a:p>
            <a:r>
              <a:rPr lang="en-US" dirty="0" err="1" smtClean="0"/>
              <a:t>Cfare</a:t>
            </a:r>
            <a:r>
              <a:rPr lang="en-US" dirty="0" smtClean="0"/>
              <a:t> </a:t>
            </a:r>
            <a:r>
              <a:rPr lang="en-US" dirty="0" err="1" smtClean="0"/>
              <a:t>shte</a:t>
            </a:r>
            <a:r>
              <a:rPr lang="en-US" dirty="0" smtClean="0"/>
              <a:t> MySQL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smtClean="0"/>
              <a:t>MySQL </a:t>
            </a:r>
            <a:r>
              <a:rPr lang="en-US" dirty="0" err="1" smtClean="0"/>
              <a:t>është</a:t>
            </a:r>
            <a:r>
              <a:rPr lang="en-US" dirty="0" smtClean="0"/>
              <a:t> </a:t>
            </a:r>
            <a:r>
              <a:rPr lang="en-US" dirty="0" err="1" smtClean="0"/>
              <a:t>një</a:t>
            </a:r>
            <a:r>
              <a:rPr lang="en-US" dirty="0" smtClean="0"/>
              <a:t> </a:t>
            </a:r>
            <a:r>
              <a:rPr lang="en-US" dirty="0" err="1" smtClean="0"/>
              <a:t>sistem</a:t>
            </a:r>
            <a:r>
              <a:rPr lang="en-US" dirty="0" smtClean="0"/>
              <a:t> i </a:t>
            </a:r>
            <a:r>
              <a:rPr lang="en-US" dirty="0" err="1" smtClean="0"/>
              <a:t>të</a:t>
            </a:r>
            <a:r>
              <a:rPr lang="en-US" dirty="0" smtClean="0"/>
              <a:t> </a:t>
            </a:r>
            <a:r>
              <a:rPr lang="en-US" dirty="0" err="1" smtClean="0"/>
              <a:t>dhënave</a:t>
            </a:r>
            <a:r>
              <a:rPr lang="en-US" dirty="0" smtClean="0"/>
              <a:t> </a:t>
            </a:r>
            <a:r>
              <a:rPr lang="en-US" dirty="0" err="1" smtClean="0"/>
              <a:t>që</a:t>
            </a:r>
            <a:r>
              <a:rPr lang="en-US" dirty="0" smtClean="0"/>
              <a:t> </a:t>
            </a:r>
            <a:r>
              <a:rPr lang="en-US" dirty="0" err="1" smtClean="0"/>
              <a:t>përdoret</a:t>
            </a:r>
            <a:r>
              <a:rPr lang="en-US" dirty="0" smtClean="0"/>
              <a:t> </a:t>
            </a:r>
            <a:r>
              <a:rPr lang="en-US" dirty="0" err="1" smtClean="0"/>
              <a:t>në</a:t>
            </a:r>
            <a:r>
              <a:rPr lang="en-US" dirty="0" smtClean="0"/>
              <a:t> internet</a:t>
            </a:r>
          </a:p>
          <a:p>
            <a:r>
              <a:rPr lang="en-US" dirty="0" smtClean="0"/>
              <a:t>MySQL </a:t>
            </a:r>
            <a:r>
              <a:rPr lang="en-US" dirty="0" err="1" smtClean="0"/>
              <a:t>është</a:t>
            </a:r>
            <a:r>
              <a:rPr lang="en-US" dirty="0" smtClean="0"/>
              <a:t> </a:t>
            </a:r>
            <a:r>
              <a:rPr lang="en-US" dirty="0" err="1" smtClean="0"/>
              <a:t>një</a:t>
            </a:r>
            <a:r>
              <a:rPr lang="en-US" dirty="0" smtClean="0"/>
              <a:t> </a:t>
            </a:r>
            <a:r>
              <a:rPr lang="en-US" dirty="0" err="1" smtClean="0"/>
              <a:t>sistem</a:t>
            </a:r>
            <a:r>
              <a:rPr lang="en-US" dirty="0" smtClean="0"/>
              <a:t> i </a:t>
            </a:r>
            <a:r>
              <a:rPr lang="en-US" dirty="0" err="1" smtClean="0"/>
              <a:t>të</a:t>
            </a:r>
            <a:r>
              <a:rPr lang="en-US" dirty="0" smtClean="0"/>
              <a:t> </a:t>
            </a:r>
            <a:r>
              <a:rPr lang="en-US" dirty="0" err="1" smtClean="0"/>
              <a:t>dhënave</a:t>
            </a:r>
            <a:r>
              <a:rPr lang="en-US" dirty="0" smtClean="0"/>
              <a:t> </a:t>
            </a:r>
            <a:r>
              <a:rPr lang="en-US" dirty="0" err="1" smtClean="0"/>
              <a:t>që</a:t>
            </a:r>
            <a:r>
              <a:rPr lang="en-US" dirty="0" smtClean="0"/>
              <a:t> </a:t>
            </a:r>
            <a:r>
              <a:rPr lang="en-US" dirty="0" err="1" smtClean="0"/>
              <a:t>funksionon</a:t>
            </a:r>
            <a:r>
              <a:rPr lang="en-US" dirty="0" smtClean="0"/>
              <a:t> </a:t>
            </a:r>
            <a:r>
              <a:rPr lang="en-US" dirty="0" err="1" smtClean="0"/>
              <a:t>në</a:t>
            </a:r>
            <a:r>
              <a:rPr lang="en-US" dirty="0" smtClean="0"/>
              <a:t> </a:t>
            </a:r>
            <a:r>
              <a:rPr lang="en-US" dirty="0" err="1" smtClean="0"/>
              <a:t>një</a:t>
            </a:r>
            <a:r>
              <a:rPr lang="en-US" dirty="0" smtClean="0"/>
              <a:t> server</a:t>
            </a:r>
          </a:p>
          <a:p>
            <a:r>
              <a:rPr lang="en-US" dirty="0" smtClean="0"/>
              <a:t>MySQL </a:t>
            </a:r>
            <a:r>
              <a:rPr lang="en-US" dirty="0" err="1" smtClean="0"/>
              <a:t>është</a:t>
            </a:r>
            <a:r>
              <a:rPr lang="en-US" dirty="0" smtClean="0"/>
              <a:t> ideal </a:t>
            </a:r>
            <a:r>
              <a:rPr lang="en-US" dirty="0" err="1" smtClean="0"/>
              <a:t>për</a:t>
            </a:r>
            <a:r>
              <a:rPr lang="en-US" dirty="0" smtClean="0"/>
              <a:t> </a:t>
            </a:r>
            <a:r>
              <a:rPr lang="en-US" dirty="0" err="1" smtClean="0"/>
              <a:t>të</a:t>
            </a:r>
            <a:r>
              <a:rPr lang="en-US" dirty="0" smtClean="0"/>
              <a:t> </a:t>
            </a:r>
            <a:r>
              <a:rPr lang="en-US" dirty="0" err="1" smtClean="0"/>
              <a:t>dy</a:t>
            </a:r>
            <a:r>
              <a:rPr lang="en-US" dirty="0" smtClean="0"/>
              <a:t> </a:t>
            </a:r>
            <a:r>
              <a:rPr lang="en-US" dirty="0" err="1" smtClean="0"/>
              <a:t>llojet</a:t>
            </a:r>
            <a:r>
              <a:rPr lang="en-US" dirty="0" smtClean="0"/>
              <a:t> e </a:t>
            </a:r>
            <a:r>
              <a:rPr lang="en-US" dirty="0" err="1" smtClean="0"/>
              <a:t>aplikacioneve</a:t>
            </a:r>
            <a:r>
              <a:rPr lang="en-US" dirty="0" smtClean="0"/>
              <a:t> </a:t>
            </a:r>
            <a:r>
              <a:rPr lang="en-US" dirty="0" err="1" smtClean="0"/>
              <a:t>të</a:t>
            </a:r>
            <a:r>
              <a:rPr lang="en-US" dirty="0" smtClean="0"/>
              <a:t> </a:t>
            </a:r>
            <a:r>
              <a:rPr lang="en-US" dirty="0" err="1" smtClean="0"/>
              <a:t>vogla</a:t>
            </a:r>
            <a:r>
              <a:rPr lang="en-US" dirty="0" smtClean="0"/>
              <a:t> </a:t>
            </a:r>
            <a:r>
              <a:rPr lang="en-US" dirty="0" err="1" smtClean="0"/>
              <a:t>dhe</a:t>
            </a:r>
            <a:r>
              <a:rPr lang="en-US" dirty="0" smtClean="0"/>
              <a:t> </a:t>
            </a:r>
            <a:r>
              <a:rPr lang="en-US" dirty="0" err="1" smtClean="0"/>
              <a:t>të</a:t>
            </a:r>
            <a:r>
              <a:rPr lang="en-US" dirty="0" smtClean="0"/>
              <a:t> </a:t>
            </a:r>
            <a:r>
              <a:rPr lang="en-US" dirty="0" err="1" smtClean="0"/>
              <a:t>mëdha</a:t>
            </a:r>
            <a:endParaRPr lang="en-US" dirty="0" smtClean="0"/>
          </a:p>
          <a:p>
            <a:r>
              <a:rPr lang="en-US" dirty="0" smtClean="0"/>
              <a:t>MySQL </a:t>
            </a:r>
            <a:r>
              <a:rPr lang="en-US" dirty="0" err="1" smtClean="0"/>
              <a:t>është</a:t>
            </a:r>
            <a:r>
              <a:rPr lang="en-US" dirty="0" smtClean="0"/>
              <a:t> </a:t>
            </a:r>
            <a:r>
              <a:rPr lang="en-US" dirty="0" err="1" smtClean="0"/>
              <a:t>shumë</a:t>
            </a:r>
            <a:r>
              <a:rPr lang="en-US" dirty="0" smtClean="0"/>
              <a:t> i </a:t>
            </a:r>
            <a:r>
              <a:rPr lang="en-US" dirty="0" err="1" smtClean="0"/>
              <a:t>shpejtë</a:t>
            </a:r>
            <a:r>
              <a:rPr lang="en-US" dirty="0" smtClean="0"/>
              <a:t>, i </a:t>
            </a:r>
            <a:r>
              <a:rPr lang="en-US" dirty="0" err="1" smtClean="0"/>
              <a:t>besueshëm</a:t>
            </a:r>
            <a:r>
              <a:rPr lang="en-US" dirty="0" smtClean="0"/>
              <a:t> </a:t>
            </a:r>
            <a:r>
              <a:rPr lang="en-US" dirty="0" err="1" smtClean="0"/>
              <a:t>dhe</a:t>
            </a:r>
            <a:r>
              <a:rPr lang="en-US" dirty="0" smtClean="0"/>
              <a:t> i </a:t>
            </a:r>
            <a:r>
              <a:rPr lang="en-US" dirty="0" err="1" smtClean="0"/>
              <a:t>lehtë</a:t>
            </a:r>
            <a:r>
              <a:rPr lang="en-US" dirty="0" smtClean="0"/>
              <a:t> </a:t>
            </a:r>
            <a:r>
              <a:rPr lang="en-US" dirty="0" err="1" smtClean="0"/>
              <a:t>për</a:t>
            </a:r>
            <a:r>
              <a:rPr lang="en-US" dirty="0" smtClean="0"/>
              <a:t> </a:t>
            </a:r>
            <a:r>
              <a:rPr lang="en-US" dirty="0" err="1" smtClean="0"/>
              <a:t>t’u</a:t>
            </a:r>
            <a:r>
              <a:rPr lang="en-US" dirty="0" smtClean="0"/>
              <a:t> </a:t>
            </a:r>
            <a:r>
              <a:rPr lang="en-US" dirty="0" err="1" smtClean="0"/>
              <a:t>përdorur</a:t>
            </a:r>
            <a:endParaRPr lang="en-US" dirty="0" smtClean="0"/>
          </a:p>
          <a:p>
            <a:r>
              <a:rPr lang="en-US" dirty="0" smtClean="0"/>
              <a:t>MySQL </a:t>
            </a:r>
            <a:r>
              <a:rPr lang="en-US" dirty="0" err="1" smtClean="0"/>
              <a:t>përdor</a:t>
            </a:r>
            <a:r>
              <a:rPr lang="en-US" dirty="0" smtClean="0"/>
              <a:t> SQL </a:t>
            </a:r>
            <a:r>
              <a:rPr lang="en-US" dirty="0" err="1" smtClean="0"/>
              <a:t>standarde</a:t>
            </a:r>
            <a:endParaRPr lang="en-US" dirty="0" smtClean="0"/>
          </a:p>
          <a:p>
            <a:r>
              <a:rPr lang="en-US" dirty="0" smtClean="0"/>
              <a:t>MySQL </a:t>
            </a:r>
            <a:r>
              <a:rPr lang="en-US" dirty="0" err="1" smtClean="0"/>
              <a:t>përpilon</a:t>
            </a:r>
            <a:r>
              <a:rPr lang="en-US" dirty="0" smtClean="0"/>
              <a:t> </a:t>
            </a:r>
            <a:r>
              <a:rPr lang="en-US" dirty="0" err="1" smtClean="0"/>
              <a:t>në</a:t>
            </a:r>
            <a:r>
              <a:rPr lang="en-US" dirty="0" smtClean="0"/>
              <a:t> </a:t>
            </a:r>
            <a:r>
              <a:rPr lang="en-US" dirty="0" err="1" smtClean="0"/>
              <a:t>një</a:t>
            </a:r>
            <a:r>
              <a:rPr lang="en-US" dirty="0" smtClean="0"/>
              <a:t> </a:t>
            </a:r>
            <a:r>
              <a:rPr lang="en-US" dirty="0" err="1" smtClean="0"/>
              <a:t>numër</a:t>
            </a:r>
            <a:r>
              <a:rPr lang="en-US" dirty="0" smtClean="0"/>
              <a:t> </a:t>
            </a:r>
            <a:r>
              <a:rPr lang="en-US" dirty="0" err="1" smtClean="0"/>
              <a:t>platformash</a:t>
            </a:r>
            <a:endParaRPr lang="en-US" dirty="0" smtClean="0"/>
          </a:p>
          <a:p>
            <a:r>
              <a:rPr lang="en-US" dirty="0" smtClean="0"/>
              <a:t>MySQL </a:t>
            </a:r>
            <a:r>
              <a:rPr lang="en-US" dirty="0" err="1" smtClean="0"/>
              <a:t>është</a:t>
            </a:r>
            <a:r>
              <a:rPr lang="en-US" dirty="0" smtClean="0"/>
              <a:t> </a:t>
            </a:r>
            <a:r>
              <a:rPr lang="en-US" dirty="0" err="1" smtClean="0"/>
              <a:t>falas</a:t>
            </a:r>
            <a:r>
              <a:rPr lang="en-US" dirty="0" smtClean="0"/>
              <a:t> </a:t>
            </a:r>
            <a:r>
              <a:rPr lang="en-US" dirty="0" err="1" smtClean="0"/>
              <a:t>për</a:t>
            </a:r>
            <a:r>
              <a:rPr lang="en-US" dirty="0" smtClean="0"/>
              <a:t> ta </a:t>
            </a:r>
            <a:r>
              <a:rPr lang="en-US" dirty="0" err="1" smtClean="0"/>
              <a:t>shkarkuar</a:t>
            </a:r>
            <a:r>
              <a:rPr lang="en-US" dirty="0" smtClean="0"/>
              <a:t> </a:t>
            </a:r>
            <a:r>
              <a:rPr lang="en-US" dirty="0" err="1" smtClean="0"/>
              <a:t>dhe</a:t>
            </a:r>
            <a:r>
              <a:rPr lang="en-US" dirty="0" smtClean="0"/>
              <a:t> </a:t>
            </a:r>
            <a:r>
              <a:rPr lang="en-US" dirty="0" err="1" smtClean="0"/>
              <a:t>përdorur</a:t>
            </a:r>
            <a:endParaRPr lang="en-US" dirty="0" smtClean="0"/>
          </a:p>
          <a:p>
            <a:r>
              <a:rPr lang="en-US" dirty="0" smtClean="0"/>
              <a:t>MySQL </a:t>
            </a:r>
            <a:r>
              <a:rPr lang="en-US" dirty="0" err="1" smtClean="0"/>
              <a:t>është</a:t>
            </a:r>
            <a:r>
              <a:rPr lang="en-US" dirty="0" smtClean="0"/>
              <a:t> </a:t>
            </a:r>
            <a:r>
              <a:rPr lang="en-US" dirty="0" err="1" smtClean="0"/>
              <a:t>zhvilluar</a:t>
            </a:r>
            <a:r>
              <a:rPr lang="en-US" dirty="0" smtClean="0"/>
              <a:t>, </a:t>
            </a:r>
            <a:r>
              <a:rPr lang="en-US" dirty="0" err="1" smtClean="0"/>
              <a:t>shpërndarë</a:t>
            </a:r>
            <a:r>
              <a:rPr lang="en-US" dirty="0" smtClean="0"/>
              <a:t> </a:t>
            </a:r>
            <a:r>
              <a:rPr lang="en-US" dirty="0" err="1" smtClean="0"/>
              <a:t>dhe</a:t>
            </a:r>
            <a:r>
              <a:rPr lang="en-US" dirty="0" smtClean="0"/>
              <a:t> </a:t>
            </a:r>
            <a:r>
              <a:rPr lang="en-US" dirty="0" err="1" smtClean="0"/>
              <a:t>mbështetur</a:t>
            </a:r>
            <a:r>
              <a:rPr lang="en-US" dirty="0" smtClean="0"/>
              <a:t> </a:t>
            </a:r>
            <a:r>
              <a:rPr lang="en-US" dirty="0" err="1" smtClean="0"/>
              <a:t>nga</a:t>
            </a:r>
            <a:r>
              <a:rPr lang="en-US" dirty="0" smtClean="0"/>
              <a:t> Oracle Corporation</a:t>
            </a:r>
          </a:p>
          <a:p>
            <a:r>
              <a:rPr lang="en-US" dirty="0" smtClean="0"/>
              <a:t>MySQL </a:t>
            </a:r>
            <a:r>
              <a:rPr lang="en-US" dirty="0" err="1" smtClean="0"/>
              <a:t>është</a:t>
            </a:r>
            <a:r>
              <a:rPr lang="en-US" dirty="0" smtClean="0"/>
              <a:t> </a:t>
            </a:r>
            <a:r>
              <a:rPr lang="en-US" dirty="0" err="1" smtClean="0"/>
              <a:t>emëruar</a:t>
            </a:r>
            <a:r>
              <a:rPr lang="en-US" dirty="0" smtClean="0"/>
              <a:t> </a:t>
            </a:r>
            <a:r>
              <a:rPr lang="en-US" dirty="0" err="1" smtClean="0"/>
              <a:t>sipas</a:t>
            </a:r>
            <a:r>
              <a:rPr lang="en-US" dirty="0" smtClean="0"/>
              <a:t> </a:t>
            </a:r>
            <a:r>
              <a:rPr lang="en-US" dirty="0" err="1" smtClean="0"/>
              <a:t>vajzës</a:t>
            </a:r>
            <a:r>
              <a:rPr lang="en-US" dirty="0" smtClean="0"/>
              <a:t> </a:t>
            </a:r>
            <a:r>
              <a:rPr lang="en-US" dirty="0" err="1" smtClean="0"/>
              <a:t>së</a:t>
            </a:r>
            <a:r>
              <a:rPr lang="en-US" dirty="0" smtClean="0"/>
              <a:t> </a:t>
            </a:r>
            <a:r>
              <a:rPr lang="en-US" dirty="0" err="1" smtClean="0"/>
              <a:t>bashkëthemeluesit</a:t>
            </a:r>
            <a:r>
              <a:rPr lang="en-US" dirty="0" smtClean="0"/>
              <a:t> Monty </a:t>
            </a:r>
            <a:r>
              <a:rPr lang="en-US" dirty="0" err="1" smtClean="0"/>
              <a:t>Widenius</a:t>
            </a:r>
            <a:r>
              <a:rPr lang="en-US" dirty="0" smtClean="0"/>
              <a:t>: My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07760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err="1" smtClean="0"/>
              <a:t>Të</a:t>
            </a:r>
            <a:r>
              <a:rPr lang="en-US" dirty="0" smtClean="0"/>
              <a:t> </a:t>
            </a:r>
            <a:r>
              <a:rPr lang="en-US" dirty="0" err="1" smtClean="0"/>
              <a:t>dhënat</a:t>
            </a:r>
            <a:r>
              <a:rPr lang="en-US" dirty="0" smtClean="0"/>
              <a:t> </a:t>
            </a:r>
            <a:r>
              <a:rPr lang="en-US" dirty="0" err="1" smtClean="0"/>
              <a:t>në</a:t>
            </a:r>
            <a:r>
              <a:rPr lang="en-US" dirty="0" smtClean="0"/>
              <a:t> </a:t>
            </a:r>
            <a:r>
              <a:rPr lang="en-US" dirty="0" err="1" smtClean="0"/>
              <a:t>një</a:t>
            </a:r>
            <a:r>
              <a:rPr lang="en-US" dirty="0" smtClean="0"/>
              <a:t> </a:t>
            </a:r>
            <a:r>
              <a:rPr lang="en-US" dirty="0" err="1" smtClean="0"/>
              <a:t>bazë</a:t>
            </a:r>
            <a:r>
              <a:rPr lang="en-US" dirty="0" smtClean="0"/>
              <a:t> </a:t>
            </a:r>
            <a:r>
              <a:rPr lang="en-US" dirty="0" err="1" smtClean="0"/>
              <a:t>të</a:t>
            </a:r>
            <a:r>
              <a:rPr lang="en-US" dirty="0" smtClean="0"/>
              <a:t> </a:t>
            </a:r>
            <a:r>
              <a:rPr lang="en-US" dirty="0" err="1" smtClean="0"/>
              <a:t>dhënash</a:t>
            </a:r>
            <a:r>
              <a:rPr lang="en-US" dirty="0" smtClean="0"/>
              <a:t> MySQL </a:t>
            </a:r>
            <a:r>
              <a:rPr lang="en-US" dirty="0" err="1" smtClean="0"/>
              <a:t>ruhen</a:t>
            </a:r>
            <a:r>
              <a:rPr lang="en-US" dirty="0" smtClean="0"/>
              <a:t> </a:t>
            </a:r>
            <a:r>
              <a:rPr lang="en-US" dirty="0" err="1" smtClean="0"/>
              <a:t>në</a:t>
            </a:r>
            <a:r>
              <a:rPr lang="en-US" dirty="0" smtClean="0"/>
              <a:t> </a:t>
            </a:r>
            <a:r>
              <a:rPr lang="en-US" dirty="0" err="1" smtClean="0"/>
              <a:t>tabela</a:t>
            </a:r>
            <a:r>
              <a:rPr lang="en-US" dirty="0" smtClean="0"/>
              <a:t>. </a:t>
            </a:r>
            <a:r>
              <a:rPr lang="en-US" dirty="0" err="1" smtClean="0"/>
              <a:t>Një</a:t>
            </a:r>
            <a:r>
              <a:rPr lang="en-US" dirty="0" smtClean="0"/>
              <a:t> </a:t>
            </a:r>
            <a:r>
              <a:rPr lang="en-US" dirty="0" err="1" smtClean="0"/>
              <a:t>tabelë</a:t>
            </a:r>
            <a:r>
              <a:rPr lang="en-US" dirty="0" smtClean="0"/>
              <a:t> </a:t>
            </a:r>
            <a:r>
              <a:rPr lang="en-US" dirty="0" err="1" smtClean="0"/>
              <a:t>është</a:t>
            </a:r>
            <a:r>
              <a:rPr lang="en-US" dirty="0" smtClean="0"/>
              <a:t> </a:t>
            </a:r>
            <a:r>
              <a:rPr lang="en-US" dirty="0" err="1" smtClean="0"/>
              <a:t>një</a:t>
            </a:r>
            <a:r>
              <a:rPr lang="en-US" dirty="0" smtClean="0"/>
              <a:t> </a:t>
            </a:r>
            <a:r>
              <a:rPr lang="en-US" dirty="0" err="1" smtClean="0"/>
              <a:t>koleksion</a:t>
            </a:r>
            <a:r>
              <a:rPr lang="en-US" dirty="0" smtClean="0"/>
              <a:t> i </a:t>
            </a:r>
            <a:r>
              <a:rPr lang="en-US" dirty="0" err="1" smtClean="0"/>
              <a:t>të</a:t>
            </a:r>
            <a:r>
              <a:rPr lang="en-US" dirty="0" smtClean="0"/>
              <a:t> </a:t>
            </a:r>
            <a:r>
              <a:rPr lang="en-US" dirty="0" err="1" smtClean="0"/>
              <a:t>dhënave</a:t>
            </a:r>
            <a:r>
              <a:rPr lang="en-US" dirty="0" smtClean="0"/>
              <a:t> </a:t>
            </a:r>
            <a:r>
              <a:rPr lang="en-US" dirty="0" err="1" smtClean="0"/>
              <a:t>të</a:t>
            </a:r>
            <a:r>
              <a:rPr lang="en-US" dirty="0" smtClean="0"/>
              <a:t> </a:t>
            </a:r>
            <a:r>
              <a:rPr lang="en-US" dirty="0" err="1" smtClean="0"/>
              <a:t>lidhura</a:t>
            </a:r>
            <a:r>
              <a:rPr lang="en-US" dirty="0" smtClean="0"/>
              <a:t>, </a:t>
            </a:r>
            <a:r>
              <a:rPr lang="en-US" dirty="0" err="1" smtClean="0"/>
              <a:t>dhe</a:t>
            </a:r>
            <a:r>
              <a:rPr lang="en-US" dirty="0" smtClean="0"/>
              <a:t> </a:t>
            </a:r>
            <a:r>
              <a:rPr lang="en-US" dirty="0" err="1" smtClean="0"/>
              <a:t>përbëhet</a:t>
            </a:r>
            <a:r>
              <a:rPr lang="en-US" dirty="0" smtClean="0"/>
              <a:t> </a:t>
            </a:r>
            <a:r>
              <a:rPr lang="en-US" dirty="0" err="1" smtClean="0"/>
              <a:t>nga</a:t>
            </a:r>
            <a:r>
              <a:rPr lang="en-US" dirty="0" smtClean="0"/>
              <a:t> </a:t>
            </a:r>
            <a:r>
              <a:rPr lang="en-US" dirty="0" err="1" smtClean="0"/>
              <a:t>kolona</a:t>
            </a:r>
            <a:r>
              <a:rPr lang="en-US" dirty="0" smtClean="0"/>
              <a:t> </a:t>
            </a:r>
            <a:r>
              <a:rPr lang="en-US" dirty="0" err="1" smtClean="0"/>
              <a:t>dhe</a:t>
            </a:r>
            <a:r>
              <a:rPr lang="en-US" dirty="0" smtClean="0"/>
              <a:t> </a:t>
            </a:r>
            <a:r>
              <a:rPr lang="en-US" dirty="0" err="1" smtClean="0"/>
              <a:t>rreshta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r>
              <a:rPr lang="en-US" dirty="0" err="1" smtClean="0"/>
              <a:t>Baza</a:t>
            </a:r>
            <a:r>
              <a:rPr lang="en-US" dirty="0" smtClean="0"/>
              <a:t> e </a:t>
            </a:r>
            <a:r>
              <a:rPr lang="en-US" dirty="0" err="1" smtClean="0"/>
              <a:t>të</a:t>
            </a:r>
            <a:r>
              <a:rPr lang="en-US" dirty="0" smtClean="0"/>
              <a:t> </a:t>
            </a:r>
            <a:r>
              <a:rPr lang="en-US" dirty="0" err="1" smtClean="0"/>
              <a:t>dhënave</a:t>
            </a:r>
            <a:r>
              <a:rPr lang="en-US" dirty="0" smtClean="0"/>
              <a:t> </a:t>
            </a:r>
            <a:r>
              <a:rPr lang="en-US" dirty="0" err="1" smtClean="0"/>
              <a:t>është</a:t>
            </a:r>
            <a:r>
              <a:rPr lang="en-US" dirty="0" smtClean="0"/>
              <a:t> e </a:t>
            </a:r>
            <a:r>
              <a:rPr lang="en-US" dirty="0" err="1" smtClean="0"/>
              <a:t>dobishme</a:t>
            </a:r>
            <a:r>
              <a:rPr lang="en-US" dirty="0" smtClean="0"/>
              <a:t> </a:t>
            </a:r>
            <a:r>
              <a:rPr lang="en-US" dirty="0" err="1" smtClean="0"/>
              <a:t>për</a:t>
            </a:r>
            <a:r>
              <a:rPr lang="en-US" dirty="0" smtClean="0"/>
              <a:t> </a:t>
            </a:r>
            <a:r>
              <a:rPr lang="en-US" dirty="0" err="1" smtClean="0"/>
              <a:t>ruajtjen</a:t>
            </a:r>
            <a:r>
              <a:rPr lang="en-US" dirty="0" smtClean="0"/>
              <a:t> e </a:t>
            </a:r>
            <a:r>
              <a:rPr lang="en-US" dirty="0" err="1" smtClean="0"/>
              <a:t>informacionit</a:t>
            </a:r>
            <a:r>
              <a:rPr lang="en-US" dirty="0" smtClean="0"/>
              <a:t> </a:t>
            </a:r>
            <a:r>
              <a:rPr lang="en-US" dirty="0" err="1" smtClean="0"/>
              <a:t>në</a:t>
            </a:r>
            <a:r>
              <a:rPr lang="en-US" dirty="0" smtClean="0"/>
              <a:t> </a:t>
            </a:r>
            <a:r>
              <a:rPr lang="en-US" dirty="0" err="1" smtClean="0"/>
              <a:t>mënyrë</a:t>
            </a:r>
            <a:r>
              <a:rPr lang="en-US" dirty="0" smtClean="0"/>
              <a:t> </a:t>
            </a:r>
            <a:r>
              <a:rPr lang="en-US" dirty="0" err="1" smtClean="0"/>
              <a:t>kategorike</a:t>
            </a:r>
            <a:r>
              <a:rPr lang="en-US" dirty="0" smtClean="0"/>
              <a:t>. </a:t>
            </a:r>
            <a:r>
              <a:rPr lang="en-US" dirty="0" err="1" smtClean="0"/>
              <a:t>Një</a:t>
            </a:r>
            <a:r>
              <a:rPr lang="en-US" dirty="0" smtClean="0"/>
              <a:t> </a:t>
            </a:r>
            <a:r>
              <a:rPr lang="en-US" dirty="0" err="1" smtClean="0"/>
              <a:t>kompani</a:t>
            </a:r>
            <a:r>
              <a:rPr lang="en-US" dirty="0" smtClean="0"/>
              <a:t> </a:t>
            </a:r>
            <a:r>
              <a:rPr lang="en-US" dirty="0" err="1" smtClean="0"/>
              <a:t>mund</a:t>
            </a:r>
            <a:r>
              <a:rPr lang="en-US" dirty="0" smtClean="0"/>
              <a:t> </a:t>
            </a:r>
            <a:r>
              <a:rPr lang="en-US" dirty="0" err="1" smtClean="0"/>
              <a:t>të</a:t>
            </a:r>
            <a:r>
              <a:rPr lang="en-US" dirty="0" smtClean="0"/>
              <a:t> </a:t>
            </a:r>
            <a:r>
              <a:rPr lang="en-US" dirty="0" err="1" smtClean="0"/>
              <a:t>ketë</a:t>
            </a:r>
            <a:r>
              <a:rPr lang="en-US" dirty="0" smtClean="0"/>
              <a:t> </a:t>
            </a:r>
            <a:r>
              <a:rPr lang="en-US" dirty="0" err="1" smtClean="0"/>
              <a:t>një</a:t>
            </a:r>
            <a:r>
              <a:rPr lang="en-US" dirty="0" smtClean="0"/>
              <a:t> </a:t>
            </a:r>
            <a:r>
              <a:rPr lang="en-US" dirty="0" err="1" smtClean="0"/>
              <a:t>bazë</a:t>
            </a:r>
            <a:r>
              <a:rPr lang="en-US" dirty="0" smtClean="0"/>
              <a:t> </a:t>
            </a:r>
            <a:r>
              <a:rPr lang="en-US" dirty="0" err="1" smtClean="0"/>
              <a:t>të</a:t>
            </a:r>
            <a:r>
              <a:rPr lang="en-US" dirty="0" smtClean="0"/>
              <a:t> </a:t>
            </a:r>
            <a:r>
              <a:rPr lang="en-US" dirty="0" err="1" smtClean="0"/>
              <a:t>dhënash</a:t>
            </a:r>
            <a:r>
              <a:rPr lang="en-US" dirty="0" smtClean="0"/>
              <a:t> me </a:t>
            </a:r>
            <a:r>
              <a:rPr lang="en-US" dirty="0" err="1" smtClean="0"/>
              <a:t>tabelat</a:t>
            </a:r>
            <a:r>
              <a:rPr lang="en-US" dirty="0" smtClean="0"/>
              <a:t> e </a:t>
            </a:r>
            <a:r>
              <a:rPr lang="en-US" dirty="0" err="1" smtClean="0"/>
              <a:t>mëposhtme</a:t>
            </a:r>
            <a:r>
              <a:rPr lang="en-US" dirty="0" smtClean="0"/>
              <a:t>:</a:t>
            </a:r>
          </a:p>
          <a:p>
            <a:endParaRPr lang="en-US" dirty="0" smtClean="0"/>
          </a:p>
          <a:p>
            <a:r>
              <a:rPr lang="en-US" dirty="0" err="1"/>
              <a:t>P</a:t>
            </a:r>
            <a:r>
              <a:rPr lang="en-US" dirty="0" err="1" smtClean="0"/>
              <a:t>unonjësit</a:t>
            </a:r>
            <a:endParaRPr lang="en-US" dirty="0" smtClean="0"/>
          </a:p>
          <a:p>
            <a:r>
              <a:rPr lang="en-US" dirty="0" err="1" smtClean="0"/>
              <a:t>Produkte</a:t>
            </a:r>
            <a:endParaRPr lang="en-US" dirty="0" smtClean="0"/>
          </a:p>
          <a:p>
            <a:r>
              <a:rPr lang="en-US" dirty="0" err="1" smtClean="0"/>
              <a:t>Klientët</a:t>
            </a:r>
            <a:endParaRPr lang="en-US" dirty="0" smtClean="0"/>
          </a:p>
          <a:p>
            <a:r>
              <a:rPr lang="en-US" dirty="0" err="1"/>
              <a:t>U</a:t>
            </a:r>
            <a:r>
              <a:rPr lang="en-US" dirty="0" err="1" smtClean="0"/>
              <a:t>rdhërat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71488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Database </a:t>
            </a:r>
            <a:r>
              <a:rPr lang="en-US" dirty="0" smtClean="0"/>
              <a:t>Queries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Një</a:t>
            </a:r>
            <a:r>
              <a:rPr lang="en-US" dirty="0" smtClean="0"/>
              <a:t> query </a:t>
            </a:r>
            <a:r>
              <a:rPr lang="en-US" dirty="0" err="1" smtClean="0"/>
              <a:t>është</a:t>
            </a:r>
            <a:r>
              <a:rPr lang="en-US" dirty="0" smtClean="0"/>
              <a:t> </a:t>
            </a:r>
            <a:r>
              <a:rPr lang="en-US" dirty="0" err="1" smtClean="0"/>
              <a:t>një</a:t>
            </a:r>
            <a:r>
              <a:rPr lang="en-US" dirty="0" smtClean="0"/>
              <a:t> </a:t>
            </a:r>
            <a:r>
              <a:rPr lang="en-US" dirty="0" err="1" smtClean="0"/>
              <a:t>pyetje</a:t>
            </a:r>
            <a:r>
              <a:rPr lang="en-US" dirty="0" smtClean="0"/>
              <a:t> </a:t>
            </a:r>
            <a:r>
              <a:rPr lang="en-US" dirty="0" err="1" smtClean="0"/>
              <a:t>ose</a:t>
            </a:r>
            <a:r>
              <a:rPr lang="en-US" dirty="0" smtClean="0"/>
              <a:t> </a:t>
            </a:r>
            <a:r>
              <a:rPr lang="en-US" dirty="0" err="1" smtClean="0"/>
              <a:t>një</a:t>
            </a:r>
            <a:r>
              <a:rPr lang="en-US" dirty="0" smtClean="0"/>
              <a:t> </a:t>
            </a:r>
            <a:r>
              <a:rPr lang="en-US" dirty="0" err="1" smtClean="0"/>
              <a:t>kërkesë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r>
              <a:rPr lang="en-US" dirty="0" smtClean="0"/>
              <a:t>Ne </a:t>
            </a:r>
            <a:r>
              <a:rPr lang="en-US" dirty="0" err="1" smtClean="0"/>
              <a:t>mund</a:t>
            </a:r>
            <a:r>
              <a:rPr lang="en-US" dirty="0" smtClean="0"/>
              <a:t> </a:t>
            </a:r>
            <a:r>
              <a:rPr lang="en-US" dirty="0" err="1" smtClean="0"/>
              <a:t>të</a:t>
            </a:r>
            <a:r>
              <a:rPr lang="en-US" dirty="0" smtClean="0"/>
              <a:t> </a:t>
            </a:r>
            <a:r>
              <a:rPr lang="en-US" dirty="0" err="1" smtClean="0"/>
              <a:t>kërkojmë</a:t>
            </a:r>
            <a:r>
              <a:rPr lang="en-US" dirty="0" smtClean="0"/>
              <a:t> </a:t>
            </a:r>
            <a:r>
              <a:rPr lang="en-US" dirty="0" err="1" smtClean="0"/>
              <a:t>një</a:t>
            </a:r>
            <a:r>
              <a:rPr lang="en-US" dirty="0" smtClean="0"/>
              <a:t> </a:t>
            </a:r>
            <a:r>
              <a:rPr lang="en-US" dirty="0" err="1" smtClean="0"/>
              <a:t>informacion</a:t>
            </a:r>
            <a:r>
              <a:rPr lang="en-US" dirty="0" smtClean="0"/>
              <a:t> </a:t>
            </a:r>
            <a:r>
              <a:rPr lang="en-US" dirty="0" err="1" smtClean="0"/>
              <a:t>specifik</a:t>
            </a:r>
            <a:r>
              <a:rPr lang="en-US" dirty="0" smtClean="0"/>
              <a:t>  </a:t>
            </a:r>
            <a:r>
              <a:rPr lang="en-US" dirty="0" err="1" smtClean="0"/>
              <a:t>në</a:t>
            </a:r>
            <a:r>
              <a:rPr lang="en-US" dirty="0" smtClean="0"/>
              <a:t> database.</a:t>
            </a:r>
          </a:p>
          <a:p>
            <a:pPr marL="0" indent="0">
              <a:buNone/>
            </a:pPr>
            <a:r>
              <a:rPr lang="en-US" dirty="0" smtClean="0"/>
              <a:t>	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SELECT</a:t>
            </a:r>
            <a:r>
              <a:rPr lang="en-US" dirty="0"/>
              <a:t> </a:t>
            </a:r>
            <a:r>
              <a:rPr lang="en-US" dirty="0" err="1"/>
              <a:t>LastName</a:t>
            </a:r>
            <a:r>
              <a:rPr lang="en-US" dirty="0"/>
              <a:t> FROM Employees</a:t>
            </a:r>
          </a:p>
        </p:txBody>
      </p:sp>
    </p:spTree>
    <p:extLst>
      <p:ext uri="{BB962C8B-B14F-4D97-AF65-F5344CB8AC3E}">
        <p14:creationId xmlns:p14="http://schemas.microsoft.com/office/powerpoint/2010/main" val="497529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 smtClean="0"/>
              <a:t>phpMyAdmin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 err="1" smtClean="0"/>
              <a:t>phpMyAdmin</a:t>
            </a:r>
            <a:r>
              <a:rPr lang="en-US" dirty="0" smtClean="0"/>
              <a:t> </a:t>
            </a:r>
            <a:r>
              <a:rPr lang="en-US" dirty="0" err="1" smtClean="0"/>
              <a:t>është</a:t>
            </a:r>
            <a:r>
              <a:rPr lang="en-US" dirty="0" smtClean="0"/>
              <a:t> </a:t>
            </a:r>
            <a:r>
              <a:rPr lang="en-US" dirty="0" err="1" smtClean="0"/>
              <a:t>një</a:t>
            </a:r>
            <a:r>
              <a:rPr lang="en-US" dirty="0" smtClean="0"/>
              <a:t> </a:t>
            </a:r>
            <a:r>
              <a:rPr lang="en-US" dirty="0" err="1" smtClean="0"/>
              <a:t>softuer</a:t>
            </a:r>
            <a:r>
              <a:rPr lang="en-US" dirty="0" smtClean="0"/>
              <a:t> open-source i </a:t>
            </a:r>
            <a:r>
              <a:rPr lang="en-US" dirty="0" err="1" smtClean="0"/>
              <a:t>prezantuar</a:t>
            </a:r>
            <a:r>
              <a:rPr lang="en-US" dirty="0" smtClean="0"/>
              <a:t> </a:t>
            </a:r>
            <a:r>
              <a:rPr lang="en-US" dirty="0" err="1" smtClean="0"/>
              <a:t>më</a:t>
            </a:r>
            <a:r>
              <a:rPr lang="en-US" dirty="0" smtClean="0"/>
              <a:t> 9 </a:t>
            </a:r>
            <a:r>
              <a:rPr lang="en-US" dirty="0" err="1" smtClean="0"/>
              <a:t>shtator</a:t>
            </a:r>
            <a:r>
              <a:rPr lang="en-US" dirty="0" smtClean="0"/>
              <a:t> 1998, i </a:t>
            </a:r>
            <a:r>
              <a:rPr lang="en-US" dirty="0" err="1" smtClean="0"/>
              <a:t>cili</a:t>
            </a:r>
            <a:r>
              <a:rPr lang="en-US" dirty="0" smtClean="0"/>
              <a:t> </a:t>
            </a:r>
            <a:r>
              <a:rPr lang="en-US" dirty="0" err="1" smtClean="0"/>
              <a:t>është</a:t>
            </a:r>
            <a:r>
              <a:rPr lang="en-US" dirty="0" smtClean="0"/>
              <a:t> </a:t>
            </a:r>
            <a:r>
              <a:rPr lang="en-US" dirty="0" err="1" smtClean="0"/>
              <a:t>shkruar</a:t>
            </a:r>
            <a:r>
              <a:rPr lang="en-US" dirty="0" smtClean="0"/>
              <a:t> </a:t>
            </a:r>
            <a:r>
              <a:rPr lang="en-US" dirty="0" err="1" smtClean="0"/>
              <a:t>në</a:t>
            </a:r>
            <a:r>
              <a:rPr lang="en-US" dirty="0" smtClean="0"/>
              <a:t> PHP.</a:t>
            </a:r>
          </a:p>
          <a:p>
            <a:r>
              <a:rPr lang="en-US" dirty="0" err="1" smtClean="0"/>
              <a:t>Në</a:t>
            </a:r>
            <a:r>
              <a:rPr lang="en-US" dirty="0" smtClean="0"/>
              <a:t> </a:t>
            </a:r>
            <a:r>
              <a:rPr lang="en-US" dirty="0" err="1" smtClean="0"/>
              <a:t>thelb</a:t>
            </a:r>
            <a:r>
              <a:rPr lang="en-US" dirty="0" smtClean="0"/>
              <a:t>, </a:t>
            </a:r>
            <a:r>
              <a:rPr lang="en-US" dirty="0" err="1" smtClean="0"/>
              <a:t>është</a:t>
            </a:r>
            <a:r>
              <a:rPr lang="en-US" dirty="0" smtClean="0"/>
              <a:t> </a:t>
            </a:r>
            <a:r>
              <a:rPr lang="en-US" dirty="0" err="1" smtClean="0"/>
              <a:t>një</a:t>
            </a:r>
            <a:r>
              <a:rPr lang="en-US" dirty="0" smtClean="0"/>
              <a:t> </a:t>
            </a:r>
            <a:r>
              <a:rPr lang="en-US" dirty="0" err="1" smtClean="0"/>
              <a:t>softuer</a:t>
            </a:r>
            <a:r>
              <a:rPr lang="en-US" dirty="0" smtClean="0"/>
              <a:t>  </a:t>
            </a:r>
            <a:r>
              <a:rPr lang="en-US" dirty="0" err="1" smtClean="0"/>
              <a:t>për</a:t>
            </a:r>
            <a:r>
              <a:rPr lang="en-US" dirty="0" smtClean="0"/>
              <a:t> </a:t>
            </a:r>
            <a:r>
              <a:rPr lang="en-US" dirty="0" err="1" smtClean="0"/>
              <a:t>të</a:t>
            </a:r>
            <a:r>
              <a:rPr lang="en-US" dirty="0" smtClean="0"/>
              <a:t> </a:t>
            </a:r>
            <a:r>
              <a:rPr lang="en-US" dirty="0" err="1" smtClean="0"/>
              <a:t>krijuar</a:t>
            </a:r>
            <a:r>
              <a:rPr lang="en-US" dirty="0" smtClean="0"/>
              <a:t> </a:t>
            </a:r>
            <a:r>
              <a:rPr lang="en-US" dirty="0" err="1" smtClean="0"/>
              <a:t>dhe</a:t>
            </a:r>
            <a:r>
              <a:rPr lang="en-US" dirty="0" smtClean="0"/>
              <a:t> </a:t>
            </a:r>
            <a:r>
              <a:rPr lang="en-US" dirty="0" err="1" smtClean="0"/>
              <a:t>menaxhuar</a:t>
            </a:r>
            <a:r>
              <a:rPr lang="en-US" dirty="0" smtClean="0"/>
              <a:t> </a:t>
            </a:r>
            <a:r>
              <a:rPr lang="en-US" dirty="0" err="1" smtClean="0"/>
              <a:t>tabelat</a:t>
            </a:r>
            <a:r>
              <a:rPr lang="en-US" dirty="0" smtClean="0"/>
              <a:t> </a:t>
            </a:r>
            <a:r>
              <a:rPr lang="en-US" dirty="0" err="1" smtClean="0"/>
              <a:t>dhe</a:t>
            </a:r>
            <a:r>
              <a:rPr lang="en-US" dirty="0" smtClean="0"/>
              <a:t> </a:t>
            </a:r>
            <a:r>
              <a:rPr lang="en-US" dirty="0" err="1" smtClean="0"/>
              <a:t>të</a:t>
            </a:r>
            <a:r>
              <a:rPr lang="en-US" dirty="0" smtClean="0"/>
              <a:t> </a:t>
            </a:r>
            <a:r>
              <a:rPr lang="en-US" dirty="0" err="1" smtClean="0"/>
              <a:t>dhënat</a:t>
            </a:r>
            <a:r>
              <a:rPr lang="en-US" dirty="0" smtClean="0"/>
              <a:t> </a:t>
            </a:r>
            <a:r>
              <a:rPr lang="en-US" dirty="0" err="1" smtClean="0"/>
              <a:t>brenda</a:t>
            </a:r>
            <a:r>
              <a:rPr lang="en-US" dirty="0" smtClean="0"/>
              <a:t> </a:t>
            </a:r>
            <a:r>
              <a:rPr lang="en-US" dirty="0" err="1" smtClean="0"/>
              <a:t>bazës</a:t>
            </a:r>
            <a:r>
              <a:rPr lang="en-US" dirty="0" smtClean="0"/>
              <a:t> </a:t>
            </a:r>
            <a:r>
              <a:rPr lang="en-US" dirty="0" err="1" smtClean="0"/>
              <a:t>së</a:t>
            </a:r>
            <a:r>
              <a:rPr lang="en-US" dirty="0" smtClean="0"/>
              <a:t> </a:t>
            </a:r>
            <a:r>
              <a:rPr lang="en-US" dirty="0" err="1" smtClean="0"/>
              <a:t>të</a:t>
            </a:r>
            <a:r>
              <a:rPr lang="en-US" dirty="0" smtClean="0"/>
              <a:t> </a:t>
            </a:r>
            <a:r>
              <a:rPr lang="en-US" dirty="0" err="1" smtClean="0"/>
              <a:t>dhënave</a:t>
            </a:r>
            <a:r>
              <a:rPr lang="en-US" dirty="0" smtClean="0"/>
              <a:t>.</a:t>
            </a:r>
          </a:p>
          <a:p>
            <a:r>
              <a:rPr lang="en-US" dirty="0" err="1" smtClean="0"/>
              <a:t>E</a:t>
            </a:r>
            <a:r>
              <a:rPr lang="en-US" dirty="0" err="1"/>
              <a:t>s</a:t>
            </a:r>
            <a:r>
              <a:rPr lang="en-US" dirty="0" err="1" smtClean="0"/>
              <a:t>htë</a:t>
            </a:r>
            <a:r>
              <a:rPr lang="en-US" dirty="0" smtClean="0"/>
              <a:t> </a:t>
            </a:r>
            <a:r>
              <a:rPr lang="en-US" dirty="0" err="1" smtClean="0"/>
              <a:t>aplikacioni</a:t>
            </a:r>
            <a:r>
              <a:rPr lang="en-US" dirty="0" smtClean="0"/>
              <a:t> </a:t>
            </a:r>
            <a:r>
              <a:rPr lang="en-US" dirty="0" err="1" smtClean="0"/>
              <a:t>më</a:t>
            </a:r>
            <a:r>
              <a:rPr lang="en-US" dirty="0" smtClean="0"/>
              <a:t> i </a:t>
            </a:r>
            <a:r>
              <a:rPr lang="en-US" dirty="0" err="1" smtClean="0"/>
              <a:t>njohur</a:t>
            </a:r>
            <a:r>
              <a:rPr lang="en-US" dirty="0" smtClean="0"/>
              <a:t> </a:t>
            </a:r>
            <a:r>
              <a:rPr lang="en-US" dirty="0" err="1" smtClean="0"/>
              <a:t>për</a:t>
            </a:r>
            <a:r>
              <a:rPr lang="en-US" dirty="0" smtClean="0"/>
              <a:t> </a:t>
            </a:r>
            <a:r>
              <a:rPr lang="en-US" dirty="0" err="1" smtClean="0"/>
              <a:t>menaxhimin</a:t>
            </a:r>
            <a:r>
              <a:rPr lang="en-US" dirty="0" smtClean="0"/>
              <a:t> e </a:t>
            </a:r>
            <a:r>
              <a:rPr lang="en-US" dirty="0" err="1" smtClean="0"/>
              <a:t>bazës</a:t>
            </a:r>
            <a:r>
              <a:rPr lang="en-US" dirty="0" smtClean="0"/>
              <a:t> </a:t>
            </a:r>
            <a:r>
              <a:rPr lang="en-US" dirty="0" err="1" smtClean="0"/>
              <a:t>së</a:t>
            </a:r>
            <a:r>
              <a:rPr lang="en-US" dirty="0" smtClean="0"/>
              <a:t> </a:t>
            </a:r>
            <a:r>
              <a:rPr lang="en-US" dirty="0" err="1" smtClean="0"/>
              <a:t>të</a:t>
            </a:r>
            <a:r>
              <a:rPr lang="en-US" dirty="0" smtClean="0"/>
              <a:t> </a:t>
            </a:r>
            <a:r>
              <a:rPr lang="en-US" dirty="0" err="1" smtClean="0"/>
              <a:t>dhënave</a:t>
            </a:r>
            <a:r>
              <a:rPr lang="en-US" dirty="0" smtClean="0"/>
              <a:t> MySQL.</a:t>
            </a:r>
          </a:p>
          <a:p>
            <a:r>
              <a:rPr lang="en-US" dirty="0" smtClean="0"/>
              <a:t>Ne </a:t>
            </a:r>
            <a:r>
              <a:rPr lang="en-US" dirty="0" err="1" smtClean="0"/>
              <a:t>mund</a:t>
            </a:r>
            <a:r>
              <a:rPr lang="en-US" dirty="0" smtClean="0"/>
              <a:t> </a:t>
            </a:r>
            <a:r>
              <a:rPr lang="en-US" dirty="0" err="1" smtClean="0"/>
              <a:t>të</a:t>
            </a:r>
            <a:r>
              <a:rPr lang="en-US" dirty="0" smtClean="0"/>
              <a:t> </a:t>
            </a:r>
            <a:r>
              <a:rPr lang="en-US" dirty="0" err="1" smtClean="0"/>
              <a:t>krijojmë</a:t>
            </a:r>
            <a:r>
              <a:rPr lang="en-US" dirty="0" smtClean="0"/>
              <a:t>, </a:t>
            </a:r>
            <a:r>
              <a:rPr lang="en-US" dirty="0" err="1" smtClean="0"/>
              <a:t>azhurnojmë</a:t>
            </a:r>
            <a:r>
              <a:rPr lang="en-US" dirty="0" smtClean="0"/>
              <a:t>, </a:t>
            </a:r>
            <a:r>
              <a:rPr lang="en-US" dirty="0" err="1" smtClean="0"/>
              <a:t>lëshojmë</a:t>
            </a:r>
            <a:r>
              <a:rPr lang="en-US" dirty="0" smtClean="0"/>
              <a:t>, </a:t>
            </a:r>
            <a:r>
              <a:rPr lang="en-US" dirty="0" err="1" smtClean="0"/>
              <a:t>ndryshojmë</a:t>
            </a:r>
            <a:r>
              <a:rPr lang="en-US" dirty="0" smtClean="0"/>
              <a:t>, </a:t>
            </a:r>
            <a:r>
              <a:rPr lang="en-US" dirty="0" err="1" smtClean="0"/>
              <a:t>fshijmë</a:t>
            </a:r>
            <a:r>
              <a:rPr lang="en-US" dirty="0" smtClean="0"/>
              <a:t>, </a:t>
            </a:r>
            <a:r>
              <a:rPr lang="en-US" dirty="0" err="1" smtClean="0"/>
              <a:t>importojmë</a:t>
            </a:r>
            <a:r>
              <a:rPr lang="en-US" dirty="0" smtClean="0"/>
              <a:t> </a:t>
            </a:r>
            <a:r>
              <a:rPr lang="en-US" dirty="0" err="1" smtClean="0"/>
              <a:t>dhe</a:t>
            </a:r>
            <a:r>
              <a:rPr lang="en-US" dirty="0" smtClean="0"/>
              <a:t> </a:t>
            </a:r>
            <a:r>
              <a:rPr lang="en-US" dirty="0" err="1" smtClean="0"/>
              <a:t>eksportojmë</a:t>
            </a:r>
            <a:r>
              <a:rPr lang="en-US" dirty="0" smtClean="0"/>
              <a:t> </a:t>
            </a:r>
            <a:r>
              <a:rPr lang="en-US" dirty="0" err="1" smtClean="0"/>
              <a:t>tabela</a:t>
            </a:r>
            <a:r>
              <a:rPr lang="en-US" dirty="0" smtClean="0"/>
              <a:t> e </a:t>
            </a:r>
            <a:r>
              <a:rPr lang="en-US" dirty="0" err="1" smtClean="0"/>
              <a:t>bazës</a:t>
            </a:r>
            <a:r>
              <a:rPr lang="en-US" dirty="0" smtClean="0"/>
              <a:t> </a:t>
            </a:r>
            <a:r>
              <a:rPr lang="en-US" dirty="0" err="1" smtClean="0"/>
              <a:t>së</a:t>
            </a:r>
            <a:r>
              <a:rPr lang="en-US" dirty="0" smtClean="0"/>
              <a:t> </a:t>
            </a:r>
            <a:r>
              <a:rPr lang="en-US" dirty="0" err="1" smtClean="0"/>
              <a:t>të</a:t>
            </a:r>
            <a:r>
              <a:rPr lang="en-US" dirty="0" smtClean="0"/>
              <a:t> </a:t>
            </a:r>
            <a:r>
              <a:rPr lang="en-US" dirty="0" err="1" smtClean="0"/>
              <a:t>dhënave</a:t>
            </a:r>
            <a:r>
              <a:rPr lang="en-US" dirty="0" smtClean="0"/>
              <a:t> duke </a:t>
            </a:r>
            <a:r>
              <a:rPr lang="en-US" dirty="0" err="1" smtClean="0"/>
              <a:t>përdorur</a:t>
            </a:r>
            <a:r>
              <a:rPr lang="en-US" dirty="0" smtClean="0"/>
              <a:t> </a:t>
            </a:r>
            <a:r>
              <a:rPr lang="en-US" dirty="0" err="1" smtClean="0"/>
              <a:t>këtë</a:t>
            </a:r>
            <a:r>
              <a:rPr lang="en-US" dirty="0" smtClean="0"/>
              <a:t> </a:t>
            </a:r>
            <a:r>
              <a:rPr lang="en-US" dirty="0" err="1" smtClean="0"/>
              <a:t>softuer</a:t>
            </a:r>
            <a:r>
              <a:rPr lang="en-US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51703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  <a:scene3d>
            <a:camera prst="orthographicFront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1025</TotalTime>
  <Words>788</Words>
  <Application>Microsoft Office PowerPoint</Application>
  <PresentationFormat>On-screen Show (4:3)</PresentationFormat>
  <Paragraphs>75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Calibri</vt:lpstr>
      <vt:lpstr>Constantia</vt:lpstr>
      <vt:lpstr>Times New Roman</vt:lpstr>
      <vt:lpstr>Wingdings 2</vt:lpstr>
      <vt:lpstr>Flow</vt:lpstr>
      <vt:lpstr> BAZAT E TË DHËNAVE </vt:lpstr>
      <vt:lpstr>Çka janë bazat e të dhënave? </vt:lpstr>
      <vt:lpstr> Databazat mund të jenë me madhësi dhe kompleksitet të ndryshëm, si p.sh.: </vt:lpstr>
      <vt:lpstr>Çka është DBMS? </vt:lpstr>
      <vt:lpstr>Arsyet e shfrytëzimit të DBMS? </vt:lpstr>
      <vt:lpstr>Pse përdorim DBMS? </vt:lpstr>
      <vt:lpstr>Modelet e të dhënave </vt:lpstr>
      <vt:lpstr>PowerPoint Presentation</vt:lpstr>
      <vt:lpstr>PowerPoint Presentation</vt:lpstr>
      <vt:lpstr>PowerPoint Presentation</vt:lpstr>
      <vt:lpstr>Cfare shte MySQL</vt:lpstr>
      <vt:lpstr>PowerPoint Presentation</vt:lpstr>
      <vt:lpstr>Database Queries</vt:lpstr>
      <vt:lpstr>phpMyAdmin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BAZAT E TË DHËNAVE</dc:title>
  <dc:creator>KobitPC</dc:creator>
  <cp:lastModifiedBy>Microsoft account</cp:lastModifiedBy>
  <cp:revision>11</cp:revision>
  <dcterms:created xsi:type="dcterms:W3CDTF">2019-11-06T08:45:13Z</dcterms:created>
  <dcterms:modified xsi:type="dcterms:W3CDTF">2021-01-24T21:46:17Z</dcterms:modified>
</cp:coreProperties>
</file>