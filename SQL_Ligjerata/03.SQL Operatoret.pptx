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5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73" autoAdjust="0"/>
    <p:restoredTop sz="94646" autoAdjust="0"/>
  </p:normalViewPr>
  <p:slideViewPr>
    <p:cSldViewPr>
      <p:cViewPr varScale="1">
        <p:scale>
          <a:sx n="56" d="100"/>
          <a:sy n="56" d="100"/>
        </p:scale>
        <p:origin x="-390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9C4F149-BA0A-4AF4-B32C-94923F166C53}" type="datetimeFigureOut">
              <a:rPr lang="en-US" smtClean="0"/>
              <a:t>12/4/2019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7A31488-764A-4F5E-93BE-250057780C28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SQL </a:t>
            </a:r>
            <a:r>
              <a:rPr lang="en-US" dirty="0" err="1" smtClean="0"/>
              <a:t>Operatoret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509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SQL </a:t>
            </a:r>
            <a:r>
              <a:rPr lang="en-US" dirty="0" err="1" smtClean="0"/>
              <a:t>Operatoret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AND, OR, NOT</a:t>
            </a:r>
          </a:p>
          <a:p>
            <a:r>
              <a:rPr lang="en-US" dirty="0" smtClean="0"/>
              <a:t>ORDER BY</a:t>
            </a:r>
          </a:p>
          <a:p>
            <a:r>
              <a:rPr lang="en-US" dirty="0" smtClean="0"/>
              <a:t>NULL Values</a:t>
            </a:r>
          </a:p>
          <a:p>
            <a:r>
              <a:rPr lang="en-US" dirty="0"/>
              <a:t>SELECT TOP (LIMIT</a:t>
            </a:r>
            <a:r>
              <a:rPr lang="en-US" dirty="0" smtClean="0"/>
              <a:t>)</a:t>
            </a:r>
          </a:p>
          <a:p>
            <a:r>
              <a:rPr lang="en-US" dirty="0"/>
              <a:t>MIN and </a:t>
            </a:r>
            <a:r>
              <a:rPr lang="en-US" dirty="0" smtClean="0"/>
              <a:t>MAX</a:t>
            </a:r>
          </a:p>
          <a:p>
            <a:r>
              <a:rPr lang="en-US" dirty="0"/>
              <a:t>COUNT(), AVG(), SUM</a:t>
            </a:r>
            <a:r>
              <a:rPr lang="en-US" dirty="0" smtClean="0"/>
              <a:t>()</a:t>
            </a:r>
          </a:p>
          <a:p>
            <a:r>
              <a:rPr lang="en-US" dirty="0"/>
              <a:t>LIKE </a:t>
            </a:r>
            <a:r>
              <a:rPr lang="en-US" dirty="0" smtClean="0"/>
              <a:t>operator</a:t>
            </a:r>
          </a:p>
          <a:p>
            <a:r>
              <a:rPr lang="en-US" dirty="0"/>
              <a:t>IN </a:t>
            </a:r>
            <a:r>
              <a:rPr lang="en-US" dirty="0" smtClean="0"/>
              <a:t>operator</a:t>
            </a:r>
          </a:p>
          <a:p>
            <a:r>
              <a:rPr lang="en-US" dirty="0"/>
              <a:t>BETWEEN </a:t>
            </a:r>
            <a:r>
              <a:rPr lang="en-US" dirty="0" smtClean="0"/>
              <a:t>operator</a:t>
            </a:r>
          </a:p>
          <a:p>
            <a:r>
              <a:rPr lang="en-US" dirty="0"/>
              <a:t>GROUP BY </a:t>
            </a:r>
            <a:endParaRPr lang="en-US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2189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     SELECT </a:t>
            </a:r>
            <a:r>
              <a:rPr lang="en-US" dirty="0"/>
              <a:t>* FROM </a:t>
            </a:r>
            <a:r>
              <a:rPr lang="en-US" dirty="0" smtClean="0"/>
              <a:t>student</a:t>
            </a:r>
          </a:p>
          <a:p>
            <a:pPr marL="0" indent="0">
              <a:buNone/>
            </a:pPr>
            <a:r>
              <a:rPr lang="en-US" dirty="0" smtClean="0"/>
              <a:t>        WHERE </a:t>
            </a:r>
            <a:r>
              <a:rPr lang="en-US" dirty="0" err="1"/>
              <a:t>emri</a:t>
            </a:r>
            <a:r>
              <a:rPr lang="en-US" dirty="0"/>
              <a:t>='</a:t>
            </a:r>
            <a:r>
              <a:rPr lang="en-US" dirty="0" err="1"/>
              <a:t>Arianit</a:t>
            </a:r>
            <a:r>
              <a:rPr lang="en-US" dirty="0"/>
              <a:t>' </a:t>
            </a:r>
            <a:r>
              <a:rPr lang="en-US" dirty="0" smtClean="0"/>
              <a:t>AND </a:t>
            </a:r>
            <a:r>
              <a:rPr lang="en-US" dirty="0" err="1"/>
              <a:t>m</a:t>
            </a:r>
            <a:r>
              <a:rPr lang="en-US" dirty="0" err="1" smtClean="0"/>
              <a:t>biemri</a:t>
            </a:r>
            <a:r>
              <a:rPr lang="en-US" dirty="0"/>
              <a:t>='</a:t>
            </a:r>
            <a:r>
              <a:rPr lang="en-US" dirty="0" err="1"/>
              <a:t>Tershnjaku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    DELETE 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/>
              <a:t>        WHERE </a:t>
            </a:r>
            <a:r>
              <a:rPr lang="en-US" dirty="0" err="1"/>
              <a:t>emri</a:t>
            </a:r>
            <a:r>
              <a:rPr lang="en-US" dirty="0"/>
              <a:t>='</a:t>
            </a:r>
            <a:r>
              <a:rPr lang="en-US" dirty="0" err="1"/>
              <a:t>Arianit</a:t>
            </a:r>
            <a:r>
              <a:rPr lang="en-US" dirty="0"/>
              <a:t>' AND </a:t>
            </a:r>
            <a:r>
              <a:rPr lang="en-US" dirty="0" err="1"/>
              <a:t>mbiemri</a:t>
            </a:r>
            <a:r>
              <a:rPr lang="en-US" dirty="0"/>
              <a:t>='</a:t>
            </a:r>
            <a:r>
              <a:rPr lang="en-US" dirty="0" err="1"/>
              <a:t>Tershnjaku</a:t>
            </a:r>
            <a:r>
              <a:rPr lang="en-US" dirty="0"/>
              <a:t>';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13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SELECT </a:t>
            </a:r>
            <a:r>
              <a:rPr lang="en-US" dirty="0"/>
              <a:t>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='</a:t>
            </a:r>
            <a:r>
              <a:rPr lang="en-US" dirty="0" err="1"/>
              <a:t>arianit</a:t>
            </a:r>
            <a:r>
              <a:rPr lang="en-US" dirty="0"/>
              <a:t>' OR </a:t>
            </a:r>
            <a:r>
              <a:rPr lang="en-US" dirty="0" err="1"/>
              <a:t>mbiemri</a:t>
            </a:r>
            <a:r>
              <a:rPr lang="en-US" dirty="0"/>
              <a:t>='</a:t>
            </a:r>
            <a:r>
              <a:rPr lang="en-US" dirty="0" err="1"/>
              <a:t>tershnjaku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DELETE FROM student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smtClean="0"/>
              <a:t> 	WHERE </a:t>
            </a:r>
            <a:r>
              <a:rPr lang="en-US" dirty="0" err="1"/>
              <a:t>emri</a:t>
            </a:r>
            <a:r>
              <a:rPr lang="en-US" dirty="0"/>
              <a:t>=</a:t>
            </a:r>
            <a:r>
              <a:rPr lang="en-US" dirty="0" smtClean="0"/>
              <a:t>'</a:t>
            </a:r>
            <a:r>
              <a:rPr lang="en-US" dirty="0" err="1" smtClean="0"/>
              <a:t>Arianit</a:t>
            </a:r>
            <a:r>
              <a:rPr lang="en-US" dirty="0" smtClean="0"/>
              <a:t>‘ OR </a:t>
            </a:r>
            <a:r>
              <a:rPr lang="en-US" dirty="0" err="1"/>
              <a:t>mbiemri</a:t>
            </a:r>
            <a:r>
              <a:rPr lang="en-US" dirty="0"/>
              <a:t>='</a:t>
            </a:r>
            <a:r>
              <a:rPr lang="en-US" dirty="0" err="1"/>
              <a:t>Tershnjaku</a:t>
            </a:r>
            <a:r>
              <a:rPr lang="en-US" dirty="0"/>
              <a:t>';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823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/>
              <a:t>NOT </a:t>
            </a:r>
            <a:r>
              <a:rPr lang="en-US" dirty="0" err="1"/>
              <a:t>emri</a:t>
            </a:r>
            <a:r>
              <a:rPr lang="en-US" dirty="0"/>
              <a:t>='</a:t>
            </a:r>
            <a:r>
              <a:rPr lang="en-US" dirty="0" err="1"/>
              <a:t>Arianit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DELETE FROM student</a:t>
            </a:r>
          </a:p>
          <a:p>
            <a:pPr marL="0" indent="0">
              <a:buNone/>
            </a:pPr>
            <a:r>
              <a:rPr lang="en-US" dirty="0"/>
              <a:t>       </a:t>
            </a:r>
            <a:r>
              <a:rPr lang="en-US" dirty="0" smtClean="0"/>
              <a:t>	WHERE NOT </a:t>
            </a:r>
            <a:r>
              <a:rPr lang="en-US" dirty="0" err="1" smtClean="0"/>
              <a:t>emri</a:t>
            </a:r>
            <a:r>
              <a:rPr lang="en-US" dirty="0"/>
              <a:t>=</a:t>
            </a:r>
            <a:r>
              <a:rPr lang="en-US" dirty="0" smtClean="0"/>
              <a:t>'</a:t>
            </a:r>
            <a:r>
              <a:rPr lang="en-US" dirty="0" err="1" smtClean="0"/>
              <a:t>Arianit</a:t>
            </a:r>
            <a:r>
              <a:rPr lang="en-US" dirty="0"/>
              <a:t>'</a:t>
            </a:r>
            <a:r>
              <a:rPr lang="en-US" dirty="0" smtClean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637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Kombinimi</a:t>
            </a:r>
            <a:r>
              <a:rPr lang="en-US" dirty="0" smtClean="0"/>
              <a:t> i (AND,OR,NOT)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* 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 smtClean="0"/>
              <a:t>emri</a:t>
            </a:r>
            <a:r>
              <a:rPr lang="en-US" dirty="0"/>
              <a:t>='</a:t>
            </a:r>
            <a:r>
              <a:rPr lang="en-US" dirty="0" err="1"/>
              <a:t>niti</a:t>
            </a:r>
            <a:r>
              <a:rPr lang="en-US" dirty="0"/>
              <a:t>' AND (</a:t>
            </a:r>
            <a:r>
              <a:rPr lang="en-US" dirty="0" err="1"/>
              <a:t>mbiemri</a:t>
            </a:r>
            <a:r>
              <a:rPr lang="en-US" dirty="0"/>
              <a:t>='</a:t>
            </a:r>
            <a:r>
              <a:rPr lang="en-US" dirty="0" err="1"/>
              <a:t>tershnjaku</a:t>
            </a:r>
            <a:r>
              <a:rPr lang="en-US" dirty="0"/>
              <a:t>' </a:t>
            </a:r>
            <a:r>
              <a:rPr lang="en-US" dirty="0" smtClean="0"/>
              <a:t>		OR </a:t>
            </a:r>
            <a:r>
              <a:rPr lang="en-US" dirty="0" err="1" smtClean="0"/>
              <a:t>mosha</a:t>
            </a:r>
            <a:r>
              <a:rPr lang="en-US" dirty="0"/>
              <a:t>='25</a:t>
            </a:r>
            <a:r>
              <a:rPr lang="en-US" dirty="0" smtClean="0"/>
              <a:t>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* 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  	WHERE </a:t>
            </a:r>
            <a:r>
              <a:rPr lang="en-US" dirty="0" err="1"/>
              <a:t>e</a:t>
            </a:r>
            <a:r>
              <a:rPr lang="en-US" dirty="0" err="1" smtClean="0"/>
              <a:t>mri</a:t>
            </a:r>
            <a:r>
              <a:rPr lang="en-US" dirty="0"/>
              <a:t>='</a:t>
            </a:r>
            <a:r>
              <a:rPr lang="en-US" dirty="0" err="1"/>
              <a:t>niti</a:t>
            </a:r>
            <a:r>
              <a:rPr lang="en-US" dirty="0"/>
              <a:t>' AND NOT </a:t>
            </a:r>
            <a:r>
              <a:rPr lang="en-US" dirty="0" smtClean="0"/>
              <a:t>						</a:t>
            </a:r>
            <a:r>
              <a:rPr lang="en-US" dirty="0" err="1" smtClean="0"/>
              <a:t>mbiemri</a:t>
            </a:r>
            <a:r>
              <a:rPr lang="en-US" dirty="0"/>
              <a:t>='</a:t>
            </a:r>
            <a:r>
              <a:rPr lang="en-US" dirty="0" err="1"/>
              <a:t>tershnjaku</a:t>
            </a:r>
            <a:r>
              <a:rPr lang="en-US" dirty="0"/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3561446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 BY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</a:t>
            </a:r>
            <a:r>
              <a:rPr lang="en-US" dirty="0" smtClean="0"/>
              <a:t>* 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	ORDER </a:t>
            </a:r>
            <a:r>
              <a:rPr lang="en-US" dirty="0"/>
              <a:t>BY </a:t>
            </a:r>
            <a:r>
              <a:rPr lang="en-US" dirty="0" err="1"/>
              <a:t>emri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*FROM student</a:t>
            </a:r>
          </a:p>
          <a:p>
            <a:pPr marL="0" indent="0">
              <a:buNone/>
            </a:pPr>
            <a:r>
              <a:rPr lang="en-US" dirty="0" smtClean="0"/>
              <a:t>	ORDER </a:t>
            </a:r>
            <a:r>
              <a:rPr lang="en-US" dirty="0"/>
              <a:t>BY </a:t>
            </a:r>
            <a:r>
              <a:rPr lang="en-US" dirty="0" err="1"/>
              <a:t>emri</a:t>
            </a:r>
            <a:r>
              <a:rPr lang="en-US" dirty="0"/>
              <a:t> DESC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*FROM student</a:t>
            </a:r>
          </a:p>
          <a:p>
            <a:pPr marL="0" indent="0">
              <a:buNone/>
            </a:pPr>
            <a:r>
              <a:rPr lang="en-US" dirty="0" smtClean="0"/>
              <a:t>	ORDER </a:t>
            </a:r>
            <a:r>
              <a:rPr lang="en-US" dirty="0"/>
              <a:t>BY </a:t>
            </a:r>
            <a:r>
              <a:rPr lang="en-US" dirty="0" err="1"/>
              <a:t>emri</a:t>
            </a:r>
            <a:r>
              <a:rPr lang="en-US" dirty="0"/>
              <a:t> ASC;</a:t>
            </a:r>
          </a:p>
        </p:txBody>
      </p:sp>
    </p:spTree>
    <p:extLst>
      <p:ext uri="{BB962C8B-B14F-4D97-AF65-F5344CB8AC3E}">
        <p14:creationId xmlns:p14="http://schemas.microsoft.com/office/powerpoint/2010/main" val="210685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NULL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 smtClean="0"/>
              <a:t>emri</a:t>
            </a:r>
            <a:r>
              <a:rPr lang="en-US" dirty="0" smtClean="0"/>
              <a:t> IS </a:t>
            </a:r>
            <a:r>
              <a:rPr lang="en-US" dirty="0"/>
              <a:t>NULL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r>
              <a:rPr lang="en-US" dirty="0"/>
              <a:t>SELECT * FROM student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WHERE </a:t>
            </a:r>
            <a:r>
              <a:rPr lang="en-US" dirty="0" err="1" smtClean="0"/>
              <a:t>emri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NOT NULL</a:t>
            </a:r>
            <a:r>
              <a:rPr lang="en-US" dirty="0"/>
              <a:t>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998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 TOP (LIMIT)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 smtClean="0"/>
              <a:t>=‘</a:t>
            </a:r>
            <a:r>
              <a:rPr lang="en-US" dirty="0" err="1" smtClean="0"/>
              <a:t>Arianit</a:t>
            </a:r>
            <a:r>
              <a:rPr lang="en-US" dirty="0" smtClean="0"/>
              <a:t>' 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LIMIT </a:t>
            </a:r>
            <a:r>
              <a:rPr lang="en-US" dirty="0"/>
              <a:t>3;</a:t>
            </a:r>
          </a:p>
        </p:txBody>
      </p:sp>
    </p:spTree>
    <p:extLst>
      <p:ext uri="{BB962C8B-B14F-4D97-AF65-F5344CB8AC3E}">
        <p14:creationId xmlns:p14="http://schemas.microsoft.com/office/powerpoint/2010/main" val="2608569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 and MAX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dirty="0"/>
              <a:t>	SELECT MIN(</a:t>
            </a:r>
            <a:r>
              <a:rPr lang="en-US" dirty="0" err="1"/>
              <a:t>mosha</a:t>
            </a:r>
            <a:r>
              <a:rPr lang="en-US" dirty="0"/>
              <a:t>) AS </a:t>
            </a:r>
            <a:r>
              <a:rPr lang="en-US" dirty="0" err="1"/>
              <a:t>MoshaUlet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MAX(</a:t>
            </a:r>
            <a:r>
              <a:rPr lang="en-US" dirty="0" err="1"/>
              <a:t>mosha</a:t>
            </a:r>
            <a:r>
              <a:rPr lang="en-US" dirty="0"/>
              <a:t>) AS </a:t>
            </a:r>
            <a:r>
              <a:rPr lang="en-US" dirty="0" err="1"/>
              <a:t>MoshaLart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student;</a:t>
            </a:r>
          </a:p>
        </p:txBody>
      </p:sp>
    </p:spTree>
    <p:extLst>
      <p:ext uri="{BB962C8B-B14F-4D97-AF65-F5344CB8AC3E}">
        <p14:creationId xmlns:p14="http://schemas.microsoft.com/office/powerpoint/2010/main" val="2771704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COUNT(), AVG(), SUM()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93192" lvl="1" indent="0">
              <a:buNone/>
            </a:pPr>
            <a:endParaRPr lang="en-US" dirty="0" smtClean="0"/>
          </a:p>
          <a:p>
            <a:pPr marL="393192" lvl="1" indent="0">
              <a:buNone/>
            </a:pPr>
            <a:r>
              <a:rPr lang="en-US" dirty="0" smtClean="0"/>
              <a:t>SELECT </a:t>
            </a:r>
            <a:r>
              <a:rPr lang="en-US" dirty="0"/>
              <a:t>COUNT(</a:t>
            </a:r>
            <a:r>
              <a:rPr lang="en-US" dirty="0" err="1"/>
              <a:t>mosha</a:t>
            </a:r>
            <a:r>
              <a:rPr lang="en-US" dirty="0"/>
              <a:t>)</a:t>
            </a:r>
          </a:p>
          <a:p>
            <a:pPr marL="393192" lvl="1" indent="0">
              <a:buNone/>
            </a:pPr>
            <a:r>
              <a:rPr lang="en-US" dirty="0"/>
              <a:t>FROM student</a:t>
            </a:r>
            <a:r>
              <a:rPr lang="en-US" dirty="0" smtClean="0"/>
              <a:t>;</a:t>
            </a:r>
          </a:p>
          <a:p>
            <a:pPr marL="393192" lvl="1" indent="0">
              <a:buNone/>
            </a:pPr>
            <a:endParaRPr lang="en-US" dirty="0"/>
          </a:p>
          <a:p>
            <a:pPr marL="393192" lvl="1" indent="0">
              <a:buNone/>
            </a:pPr>
            <a:r>
              <a:rPr lang="en-US" dirty="0"/>
              <a:t>SELECT AVG (</a:t>
            </a:r>
            <a:r>
              <a:rPr lang="en-US" dirty="0" err="1"/>
              <a:t>mosha</a:t>
            </a:r>
            <a:r>
              <a:rPr lang="en-US" dirty="0"/>
              <a:t>)</a:t>
            </a:r>
          </a:p>
          <a:p>
            <a:pPr marL="393192" lvl="1" indent="0">
              <a:buNone/>
            </a:pPr>
            <a:r>
              <a:rPr lang="en-US" dirty="0"/>
              <a:t>FROM student</a:t>
            </a:r>
            <a:r>
              <a:rPr lang="en-US" dirty="0" smtClean="0"/>
              <a:t>;</a:t>
            </a:r>
          </a:p>
          <a:p>
            <a:pPr marL="393192" lvl="1" indent="0">
              <a:buNone/>
            </a:pPr>
            <a:endParaRPr lang="en-US" dirty="0"/>
          </a:p>
          <a:p>
            <a:pPr marL="393192" lvl="1" indent="0">
              <a:buNone/>
            </a:pPr>
            <a:r>
              <a:rPr lang="en-US" dirty="0"/>
              <a:t>SELECT SUM(</a:t>
            </a:r>
            <a:r>
              <a:rPr lang="en-US" dirty="0" err="1"/>
              <a:t>mosha</a:t>
            </a:r>
            <a:r>
              <a:rPr lang="en-US" dirty="0"/>
              <a:t>)</a:t>
            </a:r>
          </a:p>
          <a:p>
            <a:pPr marL="393192" lvl="1" indent="0">
              <a:buNone/>
            </a:pPr>
            <a:r>
              <a:rPr lang="en-US" dirty="0"/>
              <a:t>FROM student;</a:t>
            </a:r>
          </a:p>
          <a:p>
            <a:pPr marL="393192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426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LIKE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'a</a:t>
            </a:r>
            <a:r>
              <a:rPr lang="en-US" dirty="0" smtClean="0"/>
              <a:t>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'%i</a:t>
            </a:r>
            <a:r>
              <a:rPr lang="en-US" dirty="0" smtClean="0"/>
              <a:t>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'%i%';</a:t>
            </a:r>
          </a:p>
        </p:txBody>
      </p:sp>
    </p:spTree>
    <p:extLst>
      <p:ext uri="{BB962C8B-B14F-4D97-AF65-F5344CB8AC3E}">
        <p14:creationId xmlns:p14="http://schemas.microsoft.com/office/powerpoint/2010/main" val="371930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</a:t>
            </a:r>
            <a:r>
              <a:rPr lang="en-US" dirty="0" smtClean="0"/>
              <a:t>operator -(</a:t>
            </a:r>
            <a:r>
              <a:rPr lang="en-US" dirty="0" err="1" smtClean="0"/>
              <a:t>vazhdim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</a:t>
            </a:r>
            <a:r>
              <a:rPr lang="en-US" dirty="0" smtClean="0"/>
              <a:t>'_r%';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'a</a:t>
            </a:r>
            <a:r>
              <a:rPr lang="en-US" dirty="0" smtClean="0"/>
              <a:t>___%';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'</a:t>
            </a:r>
            <a:r>
              <a:rPr lang="en-US" dirty="0" err="1"/>
              <a:t>a%i</a:t>
            </a:r>
            <a:r>
              <a:rPr lang="en-US" dirty="0"/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93568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operator -(</a:t>
            </a:r>
            <a:r>
              <a:rPr lang="en-US" dirty="0" err="1"/>
              <a:t>vazhdim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	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SELECT </a:t>
            </a:r>
            <a:r>
              <a:rPr lang="en-US" dirty="0"/>
              <a:t>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'</a:t>
            </a:r>
            <a:r>
              <a:rPr lang="en-US" dirty="0" err="1"/>
              <a:t>a%i</a:t>
            </a:r>
            <a:r>
              <a:rPr lang="en-US" dirty="0"/>
              <a:t>' </a:t>
            </a:r>
          </a:p>
          <a:p>
            <a:pPr marL="0" indent="0">
              <a:buNone/>
            </a:pPr>
            <a:r>
              <a:rPr lang="en-US" dirty="0" smtClean="0"/>
              <a:t>	AND </a:t>
            </a:r>
            <a:r>
              <a:rPr lang="en-US" dirty="0" err="1"/>
              <a:t>mbiemri</a:t>
            </a:r>
            <a:r>
              <a:rPr lang="en-US" dirty="0"/>
              <a:t> LIKE 't</a:t>
            </a:r>
            <a:r>
              <a:rPr lang="en-US" dirty="0" smtClean="0"/>
              <a:t>%';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LIKE '</a:t>
            </a:r>
            <a:r>
              <a:rPr lang="en-US" dirty="0" err="1"/>
              <a:t>a%i</a:t>
            </a:r>
            <a:r>
              <a:rPr lang="en-US" dirty="0"/>
              <a:t>' </a:t>
            </a:r>
          </a:p>
          <a:p>
            <a:pPr marL="0" indent="0">
              <a:buNone/>
            </a:pPr>
            <a:r>
              <a:rPr lang="en-US" dirty="0" smtClean="0"/>
              <a:t>	OR </a:t>
            </a:r>
            <a:r>
              <a:rPr lang="en-US" dirty="0" err="1"/>
              <a:t>mbiemri</a:t>
            </a:r>
            <a:r>
              <a:rPr lang="en-US" dirty="0"/>
              <a:t> LIKE 't%';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35985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 smtClean="0"/>
              <a:t>emri</a:t>
            </a:r>
            <a:r>
              <a:rPr lang="en-US" dirty="0" smtClean="0"/>
              <a:t> </a:t>
            </a:r>
            <a:r>
              <a:rPr lang="en-US" dirty="0"/>
              <a:t>IN ('</a:t>
            </a:r>
            <a:r>
              <a:rPr lang="en-US" dirty="0" err="1"/>
              <a:t>Arianit</a:t>
            </a:r>
            <a:r>
              <a:rPr lang="en-US" dirty="0"/>
              <a:t>','</a:t>
            </a:r>
            <a:r>
              <a:rPr lang="en-US" dirty="0" err="1"/>
              <a:t>niti</a:t>
            </a:r>
            <a:r>
              <a:rPr lang="en-US" dirty="0" smtClean="0"/>
              <a:t>');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NOT IN ('</a:t>
            </a:r>
            <a:r>
              <a:rPr lang="en-US" dirty="0" err="1"/>
              <a:t>Arianit</a:t>
            </a:r>
            <a:r>
              <a:rPr lang="en-US" dirty="0"/>
              <a:t>','</a:t>
            </a:r>
            <a:r>
              <a:rPr lang="en-US" dirty="0" err="1"/>
              <a:t>niti</a:t>
            </a:r>
            <a:r>
              <a:rPr lang="en-US" dirty="0"/>
              <a:t>');</a:t>
            </a:r>
          </a:p>
        </p:txBody>
      </p:sp>
    </p:spTree>
    <p:extLst>
      <p:ext uri="{BB962C8B-B14F-4D97-AF65-F5344CB8AC3E}">
        <p14:creationId xmlns:p14="http://schemas.microsoft.com/office/powerpoint/2010/main" val="284608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smtClean="0"/>
              <a:t>operator –(</a:t>
            </a:r>
            <a:r>
              <a:rPr lang="en-US" dirty="0" err="1" smtClean="0"/>
              <a:t>vazhdim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</a:t>
            </a:r>
            <a:r>
              <a:rPr lang="en-US" dirty="0" err="1"/>
              <a:t>profesori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IN (SELECT </a:t>
            </a:r>
            <a:r>
              <a:rPr lang="en-US" dirty="0" err="1"/>
              <a:t>emri</a:t>
            </a:r>
            <a:r>
              <a:rPr lang="en-US" dirty="0"/>
              <a:t> FROM student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/>
              <a:t>	WHERE </a:t>
            </a:r>
            <a:r>
              <a:rPr lang="en-US" dirty="0" err="1"/>
              <a:t>emri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NOT </a:t>
            </a:r>
            <a:r>
              <a:rPr lang="en-US" dirty="0"/>
              <a:t>IN (SELECT </a:t>
            </a:r>
            <a:r>
              <a:rPr lang="en-US" dirty="0" err="1"/>
              <a:t>emri</a:t>
            </a:r>
            <a:r>
              <a:rPr lang="en-US" dirty="0"/>
              <a:t> FROM </a:t>
            </a:r>
            <a:r>
              <a:rPr lang="en-US" dirty="0" err="1"/>
              <a:t>profesori</a:t>
            </a: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665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BETWEEN operator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/>
              <a:t>Id BETWEEN 1 and 4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/>
              <a:t>Id NOT BETWEEN 1 and 4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BETWEEN '</a:t>
            </a:r>
            <a:r>
              <a:rPr lang="en-US" dirty="0" err="1"/>
              <a:t>arianit</a:t>
            </a:r>
            <a:r>
              <a:rPr lang="en-US" dirty="0"/>
              <a:t>' and '</a:t>
            </a:r>
            <a:r>
              <a:rPr lang="en-US" dirty="0" err="1"/>
              <a:t>niti</a:t>
            </a:r>
            <a:r>
              <a:rPr lang="en-US" dirty="0"/>
              <a:t>';</a:t>
            </a:r>
          </a:p>
        </p:txBody>
      </p:sp>
    </p:spTree>
    <p:extLst>
      <p:ext uri="{BB962C8B-B14F-4D97-AF65-F5344CB8AC3E}">
        <p14:creationId xmlns:p14="http://schemas.microsoft.com/office/powerpoint/2010/main" val="3813018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BETWEEN operator -(</a:t>
            </a:r>
            <a:r>
              <a:rPr lang="en-US" dirty="0" err="1"/>
              <a:t>vazhdim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WHERE </a:t>
            </a:r>
            <a:r>
              <a:rPr lang="en-US" dirty="0" err="1"/>
              <a:t>emri</a:t>
            </a:r>
            <a:r>
              <a:rPr lang="en-US" dirty="0"/>
              <a:t> BETWEEN '</a:t>
            </a:r>
            <a:r>
              <a:rPr lang="en-US" dirty="0" err="1"/>
              <a:t>arianit</a:t>
            </a:r>
            <a:r>
              <a:rPr lang="en-US" dirty="0"/>
              <a:t>' and '</a:t>
            </a:r>
            <a:r>
              <a:rPr lang="en-US" dirty="0" err="1"/>
              <a:t>niti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 smtClean="0"/>
              <a:t>	AND </a:t>
            </a:r>
            <a:r>
              <a:rPr lang="en-US" dirty="0"/>
              <a:t>Id IN (1,2,3</a:t>
            </a: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/>
              <a:t>	WHERE </a:t>
            </a:r>
            <a:r>
              <a:rPr lang="en-US" dirty="0" err="1"/>
              <a:t>emri</a:t>
            </a:r>
            <a:r>
              <a:rPr lang="en-US" dirty="0"/>
              <a:t> BETWEEN '</a:t>
            </a:r>
            <a:r>
              <a:rPr lang="en-US" dirty="0" err="1"/>
              <a:t>arianit</a:t>
            </a:r>
            <a:r>
              <a:rPr lang="en-US" dirty="0"/>
              <a:t>' and '</a:t>
            </a:r>
            <a:r>
              <a:rPr lang="en-US" dirty="0" err="1"/>
              <a:t>niti</a:t>
            </a:r>
            <a:r>
              <a:rPr lang="en-US" dirty="0"/>
              <a:t>'</a:t>
            </a:r>
          </a:p>
          <a:p>
            <a:pPr marL="0" indent="0">
              <a:buNone/>
            </a:pPr>
            <a:r>
              <a:rPr lang="en-US" dirty="0"/>
              <a:t>	AND Id </a:t>
            </a:r>
            <a:r>
              <a:rPr lang="en-US" dirty="0" smtClean="0"/>
              <a:t>NOT IN </a:t>
            </a:r>
            <a:r>
              <a:rPr lang="en-US" dirty="0"/>
              <a:t>(1,2,3);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43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BY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	SELECT * FROM student</a:t>
            </a:r>
          </a:p>
          <a:p>
            <a:pPr marL="0" indent="0">
              <a:buNone/>
            </a:pPr>
            <a:r>
              <a:rPr lang="en-US" dirty="0" smtClean="0"/>
              <a:t>	GROUP </a:t>
            </a:r>
            <a:r>
              <a:rPr lang="en-US" dirty="0"/>
              <a:t>BY </a:t>
            </a:r>
            <a:r>
              <a:rPr lang="en-US" dirty="0" err="1"/>
              <a:t>emri</a:t>
            </a:r>
            <a:r>
              <a:rPr lang="en-US" dirty="0" smtClean="0"/>
              <a:t>;</a:t>
            </a:r>
          </a:p>
          <a:p>
            <a:pPr marL="0" indent="0">
              <a:buNone/>
            </a:pPr>
            <a:r>
              <a:rPr lang="en-US" dirty="0"/>
              <a:t>	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	SELECT COUNT(id), </a:t>
            </a:r>
            <a:r>
              <a:rPr lang="en-US" dirty="0" err="1"/>
              <a:t>emri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	FROM </a:t>
            </a:r>
            <a:r>
              <a:rPr lang="en-US" dirty="0"/>
              <a:t>student</a:t>
            </a:r>
          </a:p>
          <a:p>
            <a:pPr marL="0" indent="0">
              <a:buNone/>
            </a:pPr>
            <a:r>
              <a:rPr lang="en-US" dirty="0" smtClean="0"/>
              <a:t>	GROUP </a:t>
            </a:r>
            <a:r>
              <a:rPr lang="en-US" dirty="0"/>
              <a:t>BY </a:t>
            </a:r>
            <a:r>
              <a:rPr lang="en-US" dirty="0" err="1"/>
              <a:t>emri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01035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553</TotalTime>
  <Words>109</Words>
  <Application>Microsoft Office PowerPoint</Application>
  <PresentationFormat>On-screen Show (4:3)</PresentationFormat>
  <Paragraphs>156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Flow</vt:lpstr>
      <vt:lpstr>SQL Operatoret</vt:lpstr>
      <vt:lpstr>SQL Operatoret</vt:lpstr>
      <vt:lpstr>AND</vt:lpstr>
      <vt:lpstr>OR</vt:lpstr>
      <vt:lpstr>NOT</vt:lpstr>
      <vt:lpstr>Kombinimi i (AND,OR,NOT)</vt:lpstr>
      <vt:lpstr>ORDER BY</vt:lpstr>
      <vt:lpstr>NULL Values</vt:lpstr>
      <vt:lpstr>SELECT TOP (LIMIT)</vt:lpstr>
      <vt:lpstr>MIN and MAX</vt:lpstr>
      <vt:lpstr>COUNT(), AVG(), SUM()</vt:lpstr>
      <vt:lpstr>LIKE operator</vt:lpstr>
      <vt:lpstr>LIKE operator -(vazhdim)</vt:lpstr>
      <vt:lpstr>LIKE operator -(vazhdim)</vt:lpstr>
      <vt:lpstr>IN operator</vt:lpstr>
      <vt:lpstr>IN operator –(vazhdim)</vt:lpstr>
      <vt:lpstr>BETWEEN operator</vt:lpstr>
      <vt:lpstr>BETWEEN operator -(vazhdim)</vt:lpstr>
      <vt:lpstr>GROUP BY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Operatoret</dc:title>
  <dc:creator>KobitPC</dc:creator>
  <cp:lastModifiedBy>Windows User</cp:lastModifiedBy>
  <cp:revision>4</cp:revision>
  <dcterms:created xsi:type="dcterms:W3CDTF">2019-11-20T09:25:00Z</dcterms:created>
  <dcterms:modified xsi:type="dcterms:W3CDTF">2019-12-04T07:02:46Z</dcterms:modified>
</cp:coreProperties>
</file>