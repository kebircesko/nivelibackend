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21" autoAdjust="0"/>
  </p:normalViewPr>
  <p:slideViewPr>
    <p:cSldViewPr>
      <p:cViewPr varScale="1">
        <p:scale>
          <a:sx n="66" d="100"/>
          <a:sy n="66" d="100"/>
        </p:scale>
        <p:origin x="-150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482729-758F-4A5C-953C-6A87363BDA0A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EE538-C35D-45DD-A552-E7F38B858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9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Në</a:t>
            </a:r>
            <a:r>
              <a:rPr lang="en-US" dirty="0" smtClean="0"/>
              <a:t> MySQL, </a:t>
            </a:r>
            <a:r>
              <a:rPr lang="en-US" dirty="0" err="1" smtClean="0"/>
              <a:t>ju</a:t>
            </a:r>
            <a:r>
              <a:rPr lang="en-US" dirty="0" smtClean="0"/>
              <a:t> </a:t>
            </a:r>
            <a:r>
              <a:rPr lang="en-US" dirty="0" err="1" smtClean="0"/>
              <a:t>mund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krijoni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kolonë</a:t>
            </a:r>
            <a:r>
              <a:rPr lang="en-US" dirty="0" smtClean="0"/>
              <a:t> </a:t>
            </a:r>
            <a:r>
              <a:rPr lang="en-US" dirty="0" err="1" smtClean="0"/>
              <a:t>që</a:t>
            </a:r>
            <a:r>
              <a:rPr lang="en-US" dirty="0" smtClean="0"/>
              <a:t> </a:t>
            </a:r>
            <a:r>
              <a:rPr lang="en-US" dirty="0" err="1" smtClean="0"/>
              <a:t>përmban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rend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numrave</a:t>
            </a:r>
            <a:r>
              <a:rPr lang="en-US" dirty="0" smtClean="0"/>
              <a:t> (1, 2, 3, </a:t>
            </a:r>
            <a:r>
              <a:rPr lang="en-US" dirty="0" err="1" smtClean="0"/>
              <a:t>etj</a:t>
            </a:r>
            <a:r>
              <a:rPr lang="en-US" dirty="0" smtClean="0"/>
              <a:t>.) Duke </a:t>
            </a:r>
            <a:r>
              <a:rPr lang="en-US" dirty="0" err="1" smtClean="0"/>
              <a:t>përdorur</a:t>
            </a:r>
            <a:r>
              <a:rPr lang="en-US" dirty="0" smtClean="0"/>
              <a:t> </a:t>
            </a:r>
            <a:r>
              <a:rPr lang="en-US" dirty="0" err="1" smtClean="0"/>
              <a:t>atributin</a:t>
            </a:r>
            <a:r>
              <a:rPr lang="en-US" dirty="0" smtClean="0"/>
              <a:t> AUTO_INCREMENT. </a:t>
            </a:r>
            <a:r>
              <a:rPr lang="en-US" dirty="0" err="1" smtClean="0"/>
              <a:t>Atributi</a:t>
            </a:r>
            <a:r>
              <a:rPr lang="en-US" dirty="0" smtClean="0"/>
              <a:t> AUTO_INCREMENT </a:t>
            </a:r>
            <a:r>
              <a:rPr lang="en-US" dirty="0" err="1" smtClean="0"/>
              <a:t>përdoret</a:t>
            </a:r>
            <a:r>
              <a:rPr lang="en-US" dirty="0" smtClean="0"/>
              <a:t> </a:t>
            </a:r>
            <a:r>
              <a:rPr lang="en-US" dirty="0" err="1" smtClean="0"/>
              <a:t>kur</a:t>
            </a:r>
            <a:r>
              <a:rPr lang="en-US" dirty="0" smtClean="0"/>
              <a:t> </a:t>
            </a:r>
            <a:r>
              <a:rPr lang="en-US" dirty="0" err="1" smtClean="0"/>
              <a:t>duhet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krijoni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numër</a:t>
            </a:r>
            <a:r>
              <a:rPr lang="en-US" dirty="0" smtClean="0"/>
              <a:t> </a:t>
            </a:r>
            <a:r>
              <a:rPr lang="en-US" dirty="0" err="1" smtClean="0"/>
              <a:t>unik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vepruar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çelës</a:t>
            </a:r>
            <a:r>
              <a:rPr lang="en-US" dirty="0" smtClean="0"/>
              <a:t> </a:t>
            </a:r>
            <a:r>
              <a:rPr lang="en-US" dirty="0" err="1" smtClean="0"/>
              <a:t>kryesor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tabelë</a:t>
            </a:r>
            <a:r>
              <a:rPr lang="en-US" dirty="0" smtClean="0"/>
              <a:t>.</a:t>
            </a:r>
          </a:p>
          <a:p>
            <a:r>
              <a:rPr lang="en-US" dirty="0" smtClean="0"/>
              <a:t>AUTO_INCREMENT </a:t>
            </a:r>
            <a:r>
              <a:rPr lang="en-US" dirty="0" err="1" smtClean="0"/>
              <a:t>që</a:t>
            </a:r>
            <a:r>
              <a:rPr lang="en-US" dirty="0" smtClean="0"/>
              <a:t> do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thotë</a:t>
            </a:r>
            <a:r>
              <a:rPr lang="en-US" dirty="0" smtClean="0"/>
              <a:t> se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fushë</a:t>
            </a:r>
            <a:r>
              <a:rPr lang="en-US" dirty="0" smtClean="0"/>
              <a:t> </a:t>
            </a:r>
            <a:r>
              <a:rPr lang="en-US" dirty="0" err="1" smtClean="0"/>
              <a:t>autonumberi</a:t>
            </a:r>
            <a:r>
              <a:rPr lang="en-US" dirty="0" smtClean="0"/>
              <a:t> (duke </a:t>
            </a:r>
            <a:r>
              <a:rPr lang="en-US" dirty="0" err="1" smtClean="0"/>
              <a:t>filluar</a:t>
            </a:r>
            <a:r>
              <a:rPr lang="en-US" dirty="0" smtClean="0"/>
              <a:t> </a:t>
            </a:r>
            <a:r>
              <a:rPr lang="en-US" dirty="0" err="1" smtClean="0"/>
              <a:t>nga</a:t>
            </a:r>
            <a:r>
              <a:rPr lang="en-US" dirty="0" smtClean="0"/>
              <a:t> 1, </a:t>
            </a:r>
            <a:r>
              <a:rPr lang="en-US" dirty="0" err="1" smtClean="0"/>
              <a:t>dhe</a:t>
            </a:r>
            <a:r>
              <a:rPr lang="en-US" dirty="0" smtClean="0"/>
              <a:t> duke u </a:t>
            </a:r>
            <a:r>
              <a:rPr lang="en-US" dirty="0" err="1" smtClean="0"/>
              <a:t>rritur</a:t>
            </a:r>
            <a:r>
              <a:rPr lang="en-US" dirty="0" smtClean="0"/>
              <a:t> me 1, </a:t>
            </a:r>
            <a:r>
              <a:rPr lang="en-US" dirty="0" err="1" smtClean="0"/>
              <a:t>përveç</a:t>
            </a:r>
            <a:r>
              <a:rPr lang="en-US" dirty="0" smtClean="0"/>
              <a:t> </a:t>
            </a:r>
            <a:r>
              <a:rPr lang="en-US" dirty="0" err="1" smtClean="0"/>
              <a:t>nëse</a:t>
            </a:r>
            <a:r>
              <a:rPr lang="en-US" dirty="0" smtClean="0"/>
              <a:t> </a:t>
            </a:r>
            <a:r>
              <a:rPr lang="en-US" dirty="0" err="1" smtClean="0"/>
              <a:t>specifikohet</a:t>
            </a:r>
            <a:r>
              <a:rPr lang="en-US" dirty="0" smtClean="0"/>
              <a:t> </a:t>
            </a:r>
            <a:r>
              <a:rPr lang="en-US" dirty="0" err="1" smtClean="0"/>
              <a:t>ndryshe</a:t>
            </a:r>
            <a:r>
              <a:rPr lang="en-US" dirty="0" smtClean="0"/>
              <a:t>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EE538-C35D-45DD-A552-E7F38B8581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4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31FC-16DA-4432-8FFE-056BD2E31E94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F6CE-9ABF-4768-A1F2-190B39BD99C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31FC-16DA-4432-8FFE-056BD2E31E94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F6CE-9ABF-4768-A1F2-190B39BD99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31FC-16DA-4432-8FFE-056BD2E31E94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F6CE-9ABF-4768-A1F2-190B39BD99C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31FC-16DA-4432-8FFE-056BD2E31E94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F6CE-9ABF-4768-A1F2-190B39BD99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31FC-16DA-4432-8FFE-056BD2E31E94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F6CE-9ABF-4768-A1F2-190B39BD99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31FC-16DA-4432-8FFE-056BD2E31E94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F6CE-9ABF-4768-A1F2-190B39BD99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31FC-16DA-4432-8FFE-056BD2E31E94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F6CE-9ABF-4768-A1F2-190B39BD99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31FC-16DA-4432-8FFE-056BD2E31E94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F6CE-9ABF-4768-A1F2-190B39BD99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31FC-16DA-4432-8FFE-056BD2E31E94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7D5F6CE-9ABF-4768-A1F2-190B39BD99C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31FC-16DA-4432-8FFE-056BD2E31E94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F6CE-9ABF-4768-A1F2-190B39BD99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31FC-16DA-4432-8FFE-056BD2E31E94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5F6CE-9ABF-4768-A1F2-190B39BD99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B6B31FC-16DA-4432-8FFE-056BD2E31E94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7D5F6CE-9ABF-4768-A1F2-190B39BD99C3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SQL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 smtClean="0"/>
              <a:t>AUTO_INCREMENT, DATE, 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441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AUTO_INCREMENT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CREATE TABLE </a:t>
            </a:r>
            <a:r>
              <a:rPr lang="en-US" dirty="0" smtClean="0"/>
              <a:t>student(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	 	Sid </a:t>
            </a:r>
            <a:r>
              <a:rPr lang="en-US" dirty="0" err="1" smtClean="0"/>
              <a:t>int</a:t>
            </a:r>
            <a:r>
              <a:rPr lang="en-US" dirty="0" smtClean="0"/>
              <a:t>  </a:t>
            </a:r>
            <a:r>
              <a:rPr lang="en-US" dirty="0"/>
              <a:t>AUTO_INCREMENT,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		</a:t>
            </a:r>
            <a:r>
              <a:rPr lang="en-US" dirty="0" err="1" smtClean="0"/>
              <a:t>Emri</a:t>
            </a:r>
            <a:r>
              <a:rPr lang="en-US" dirty="0" smtClean="0"/>
              <a:t> varchar(25) </a:t>
            </a:r>
            <a:r>
              <a:rPr lang="en-US" dirty="0"/>
              <a:t>NOT NULL,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		</a:t>
            </a:r>
            <a:r>
              <a:rPr lang="en-US" dirty="0" err="1" smtClean="0"/>
              <a:t>Mbiemri</a:t>
            </a:r>
            <a:r>
              <a:rPr lang="en-US" dirty="0" smtClean="0"/>
              <a:t> varchar(25),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		</a:t>
            </a:r>
            <a:r>
              <a:rPr lang="en-US" dirty="0" err="1" smtClean="0"/>
              <a:t>Mosha</a:t>
            </a:r>
            <a:r>
              <a:rPr lang="en-US" dirty="0" smtClean="0"/>
              <a:t> </a:t>
            </a:r>
            <a:r>
              <a:rPr lang="en-US" dirty="0" err="1"/>
              <a:t>int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		PRIMARY </a:t>
            </a:r>
            <a:r>
              <a:rPr lang="en-US" dirty="0"/>
              <a:t>KEY (Sid)</a:t>
            </a:r>
          </a:p>
          <a:p>
            <a:pPr marL="0" indent="0">
              <a:buNone/>
            </a:pPr>
            <a:r>
              <a:rPr lang="en-US" dirty="0" smtClean="0"/>
              <a:t>	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0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Vazhdim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ALTER </a:t>
            </a:r>
            <a:r>
              <a:rPr lang="en-US" dirty="0"/>
              <a:t>TABLE </a:t>
            </a:r>
            <a:r>
              <a:rPr lang="en-US" dirty="0" smtClean="0"/>
              <a:t>student AUTO_INCREMENT </a:t>
            </a:r>
            <a:r>
              <a:rPr lang="en-US" dirty="0"/>
              <a:t>= 1;</a:t>
            </a:r>
          </a:p>
        </p:txBody>
      </p:sp>
    </p:spTree>
    <p:extLst>
      <p:ext uri="{BB962C8B-B14F-4D97-AF65-F5344CB8AC3E}">
        <p14:creationId xmlns:p14="http://schemas.microsoft.com/office/powerpoint/2010/main" val="313664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CREATE TABLE </a:t>
            </a:r>
            <a:r>
              <a:rPr lang="en-US" dirty="0" smtClean="0"/>
              <a:t>student(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	 	Sid </a:t>
            </a:r>
            <a:r>
              <a:rPr lang="en-US" dirty="0" err="1"/>
              <a:t>int</a:t>
            </a:r>
            <a:r>
              <a:rPr lang="en-US" dirty="0"/>
              <a:t>  AUTO_INCREMENT,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</a:t>
            </a:r>
            <a:r>
              <a:rPr lang="en-US" dirty="0" err="1" smtClean="0"/>
              <a:t>Emri</a:t>
            </a:r>
            <a:r>
              <a:rPr lang="en-US" dirty="0" smtClean="0"/>
              <a:t> </a:t>
            </a:r>
            <a:r>
              <a:rPr lang="en-US" dirty="0"/>
              <a:t>varchar(25) NOT NULL,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Mbiemri</a:t>
            </a:r>
            <a:r>
              <a:rPr lang="en-US" dirty="0"/>
              <a:t> varchar(25),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Datelindja</a:t>
            </a:r>
            <a:r>
              <a:rPr lang="en-US" dirty="0"/>
              <a:t> </a:t>
            </a:r>
            <a:r>
              <a:rPr lang="en-US" dirty="0" smtClean="0"/>
              <a:t>DATE,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dirty="0" smtClean="0"/>
              <a:t>	PRIMARY </a:t>
            </a:r>
            <a:r>
              <a:rPr lang="en-US" dirty="0"/>
              <a:t>KEY (Sid)</a:t>
            </a:r>
          </a:p>
          <a:p>
            <a:pPr marL="0" indent="0">
              <a:buNone/>
            </a:pPr>
            <a:r>
              <a:rPr lang="en-US" dirty="0"/>
              <a:t>	);</a:t>
            </a:r>
          </a:p>
        </p:txBody>
      </p:sp>
    </p:spTree>
    <p:extLst>
      <p:ext uri="{BB962C8B-B14F-4D97-AF65-F5344CB8AC3E}">
        <p14:creationId xmlns:p14="http://schemas.microsoft.com/office/powerpoint/2010/main" val="3633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DATETIME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/>
              <a:t>CREATE TABLE student(</a:t>
            </a:r>
          </a:p>
          <a:p>
            <a:pPr marL="0" indent="0">
              <a:buNone/>
            </a:pPr>
            <a:r>
              <a:rPr lang="en-US" dirty="0"/>
              <a:t>  	 	Sid </a:t>
            </a:r>
            <a:r>
              <a:rPr lang="en-US" dirty="0" err="1"/>
              <a:t>int</a:t>
            </a:r>
            <a:r>
              <a:rPr lang="en-US" dirty="0"/>
              <a:t>  AUTO_INCREMENT,</a:t>
            </a:r>
          </a:p>
          <a:p>
            <a:pPr marL="0" indent="0">
              <a:buNone/>
            </a:pPr>
            <a:r>
              <a:rPr lang="en-US" dirty="0"/>
              <a:t>    		</a:t>
            </a:r>
            <a:r>
              <a:rPr lang="en-US" dirty="0" err="1"/>
              <a:t>Emri</a:t>
            </a:r>
            <a:r>
              <a:rPr lang="en-US" dirty="0"/>
              <a:t> varchar(25) NOT NULL,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Mbiemri</a:t>
            </a:r>
            <a:r>
              <a:rPr lang="en-US" dirty="0"/>
              <a:t> varchar(25),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Datelindja</a:t>
            </a:r>
            <a:r>
              <a:rPr lang="en-US" dirty="0"/>
              <a:t> </a:t>
            </a:r>
            <a:r>
              <a:rPr lang="en-US" dirty="0" smtClean="0"/>
              <a:t>DATETIME,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		PRIMARY KEY (Sid)</a:t>
            </a:r>
          </a:p>
          <a:p>
            <a:pPr marL="0" indent="0">
              <a:buNone/>
            </a:pPr>
            <a:r>
              <a:rPr lang="en-US" dirty="0"/>
              <a:t>	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54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TIMESTAMP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CREATE </a:t>
            </a:r>
            <a:r>
              <a:rPr lang="en-US" dirty="0"/>
              <a:t>TABLE student(</a:t>
            </a:r>
          </a:p>
          <a:p>
            <a:pPr marL="0" indent="0">
              <a:buNone/>
            </a:pPr>
            <a:r>
              <a:rPr lang="en-US" dirty="0"/>
              <a:t>  	 	Sid </a:t>
            </a:r>
            <a:r>
              <a:rPr lang="en-US" dirty="0" err="1"/>
              <a:t>int</a:t>
            </a:r>
            <a:r>
              <a:rPr lang="en-US" dirty="0"/>
              <a:t>  AUTO_INCREMENT,</a:t>
            </a:r>
          </a:p>
          <a:p>
            <a:pPr marL="0" indent="0">
              <a:buNone/>
            </a:pPr>
            <a:r>
              <a:rPr lang="en-US" dirty="0"/>
              <a:t>    		</a:t>
            </a:r>
            <a:r>
              <a:rPr lang="en-US" dirty="0" err="1"/>
              <a:t>Emri</a:t>
            </a:r>
            <a:r>
              <a:rPr lang="en-US" dirty="0"/>
              <a:t> varchar(25) NOT NULL,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Mbiemri</a:t>
            </a:r>
            <a:r>
              <a:rPr lang="en-US" dirty="0"/>
              <a:t> varchar(25),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Datelindja</a:t>
            </a:r>
            <a:r>
              <a:rPr lang="en-US" dirty="0"/>
              <a:t> </a:t>
            </a:r>
            <a:r>
              <a:rPr lang="en-US" dirty="0" smtClean="0"/>
              <a:t>TIMESTAMP,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		PRIMARY KEY (Sid)</a:t>
            </a:r>
          </a:p>
          <a:p>
            <a:pPr marL="0" indent="0">
              <a:buNone/>
            </a:pPr>
            <a:r>
              <a:rPr lang="en-US" dirty="0" smtClean="0"/>
              <a:t>	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5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CREATE TABLE student(</a:t>
            </a:r>
          </a:p>
          <a:p>
            <a:pPr marL="0" indent="0">
              <a:buNone/>
            </a:pPr>
            <a:r>
              <a:rPr lang="en-US" dirty="0"/>
              <a:t>  	 	Sid </a:t>
            </a:r>
            <a:r>
              <a:rPr lang="en-US" dirty="0" err="1"/>
              <a:t>int</a:t>
            </a:r>
            <a:r>
              <a:rPr lang="en-US" dirty="0"/>
              <a:t>  AUTO_INCREMENT,</a:t>
            </a:r>
          </a:p>
          <a:p>
            <a:pPr marL="0" indent="0">
              <a:buNone/>
            </a:pPr>
            <a:r>
              <a:rPr lang="en-US" dirty="0"/>
              <a:t>    		</a:t>
            </a:r>
            <a:r>
              <a:rPr lang="en-US" dirty="0" err="1"/>
              <a:t>Emri</a:t>
            </a:r>
            <a:r>
              <a:rPr lang="en-US" dirty="0"/>
              <a:t> varchar(25) NOT NULL,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Mbiemri</a:t>
            </a:r>
            <a:r>
              <a:rPr lang="en-US" dirty="0"/>
              <a:t> varchar(25),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Datelindja</a:t>
            </a:r>
            <a:r>
              <a:rPr lang="en-US" dirty="0"/>
              <a:t> </a:t>
            </a:r>
            <a:r>
              <a:rPr lang="en-US" dirty="0" smtClean="0"/>
              <a:t>TIME,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		PRIMARY KEY (Sid)</a:t>
            </a:r>
          </a:p>
          <a:p>
            <a:pPr marL="0" indent="0">
              <a:buNone/>
            </a:pPr>
            <a:r>
              <a:rPr lang="en-US" dirty="0"/>
              <a:t>	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3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YEAR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CREATE TABLE student(</a:t>
            </a:r>
          </a:p>
          <a:p>
            <a:pPr marL="0" indent="0">
              <a:buNone/>
            </a:pPr>
            <a:r>
              <a:rPr lang="en-US" dirty="0"/>
              <a:t>  	 	Sid </a:t>
            </a:r>
            <a:r>
              <a:rPr lang="en-US" dirty="0" err="1"/>
              <a:t>int</a:t>
            </a:r>
            <a:r>
              <a:rPr lang="en-US" dirty="0"/>
              <a:t>  AUTO_INCREMENT,</a:t>
            </a:r>
          </a:p>
          <a:p>
            <a:pPr marL="0" indent="0">
              <a:buNone/>
            </a:pPr>
            <a:r>
              <a:rPr lang="en-US" dirty="0"/>
              <a:t>    		</a:t>
            </a:r>
            <a:r>
              <a:rPr lang="en-US" dirty="0" err="1"/>
              <a:t>Emri</a:t>
            </a:r>
            <a:r>
              <a:rPr lang="en-US" dirty="0"/>
              <a:t> varchar(25) NOT NULL,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Mbiemri</a:t>
            </a:r>
            <a:r>
              <a:rPr lang="en-US" dirty="0"/>
              <a:t> varchar(25),</a:t>
            </a:r>
          </a:p>
          <a:p>
            <a:pPr marL="0" indent="0">
              <a:buNone/>
            </a:pPr>
            <a:r>
              <a:rPr lang="en-US" dirty="0"/>
              <a:t>   		</a:t>
            </a:r>
            <a:r>
              <a:rPr lang="en-US" dirty="0" err="1"/>
              <a:t>Datelindja</a:t>
            </a:r>
            <a:r>
              <a:rPr lang="en-US" dirty="0"/>
              <a:t> </a:t>
            </a:r>
            <a:r>
              <a:rPr lang="en-US" dirty="0" smtClean="0"/>
              <a:t>YEAR,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		PRIMARY KEY (Sid)</a:t>
            </a:r>
          </a:p>
          <a:p>
            <a:pPr marL="0" indent="0">
              <a:buNone/>
            </a:pPr>
            <a:r>
              <a:rPr lang="en-US" dirty="0"/>
              <a:t>	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53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Insertimi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/>
              <a:t> </a:t>
            </a:r>
            <a:r>
              <a:rPr lang="en-US" dirty="0" smtClean="0"/>
              <a:t>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INSERT </a:t>
            </a:r>
            <a:r>
              <a:rPr lang="en-US" dirty="0"/>
              <a:t>INTO </a:t>
            </a:r>
            <a:r>
              <a:rPr lang="en-US" dirty="0" smtClean="0"/>
              <a:t>student </a:t>
            </a:r>
            <a:r>
              <a:rPr lang="en-US" dirty="0"/>
              <a:t>(</a:t>
            </a:r>
            <a:r>
              <a:rPr lang="en-US" dirty="0" err="1"/>
              <a:t>sid,emri</a:t>
            </a:r>
            <a:r>
              <a:rPr lang="en-US" dirty="0"/>
              <a:t>, </a:t>
            </a:r>
            <a:r>
              <a:rPr lang="en-US" dirty="0" err="1"/>
              <a:t>mbiemri</a:t>
            </a:r>
            <a:r>
              <a:rPr lang="en-US" dirty="0"/>
              <a:t>, </a:t>
            </a:r>
            <a:r>
              <a:rPr lang="en-US" dirty="0" err="1"/>
              <a:t>datelindja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VALUES(4</a:t>
            </a:r>
            <a:r>
              <a:rPr lang="en-US" dirty="0"/>
              <a:t>,'arianit','tershnjaku','2019-12-16')</a:t>
            </a:r>
          </a:p>
        </p:txBody>
      </p:sp>
    </p:spTree>
    <p:extLst>
      <p:ext uri="{BB962C8B-B14F-4D97-AF65-F5344CB8AC3E}">
        <p14:creationId xmlns:p14="http://schemas.microsoft.com/office/powerpoint/2010/main" val="3537299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CREATE VIEW </a:t>
            </a:r>
            <a:r>
              <a:rPr lang="en-US" dirty="0" err="1" smtClean="0"/>
              <a:t>tabela</a:t>
            </a:r>
            <a:r>
              <a:rPr lang="en-US" dirty="0" smtClean="0"/>
              <a:t> </a:t>
            </a:r>
            <a:r>
              <a:rPr lang="en-US" dirty="0"/>
              <a:t>AS</a:t>
            </a:r>
          </a:p>
          <a:p>
            <a:pPr marL="0" indent="0">
              <a:buNone/>
            </a:pPr>
            <a:r>
              <a:rPr lang="en-US" dirty="0" smtClean="0"/>
              <a:t>	SELECT </a:t>
            </a:r>
            <a:r>
              <a:rPr lang="en-US" dirty="0"/>
              <a:t>* FROM student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CREATE OR REPLACE VIEW </a:t>
            </a:r>
            <a:r>
              <a:rPr lang="en-US" dirty="0" err="1" smtClean="0"/>
              <a:t>tabela</a:t>
            </a:r>
            <a:r>
              <a:rPr lang="en-US" dirty="0" smtClean="0"/>
              <a:t> </a:t>
            </a:r>
            <a:r>
              <a:rPr lang="en-US" dirty="0"/>
              <a:t>AS</a:t>
            </a:r>
          </a:p>
          <a:p>
            <a:pPr marL="0" indent="0">
              <a:buNone/>
            </a:pPr>
            <a:r>
              <a:rPr lang="en-US" dirty="0" smtClean="0"/>
              <a:t>	SELECT </a:t>
            </a:r>
            <a:r>
              <a:rPr lang="en-US" dirty="0"/>
              <a:t>* FROM student;</a:t>
            </a:r>
          </a:p>
        </p:txBody>
      </p:sp>
    </p:spTree>
    <p:extLst>
      <p:ext uri="{BB962C8B-B14F-4D97-AF65-F5344CB8AC3E}">
        <p14:creationId xmlns:p14="http://schemas.microsoft.com/office/powerpoint/2010/main" val="293380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VIEW-</a:t>
            </a:r>
            <a:r>
              <a:rPr lang="en-US" dirty="0" err="1" smtClean="0"/>
              <a:t>vazhdim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CREATE VIEW </a:t>
            </a:r>
            <a:r>
              <a:rPr lang="en-US" dirty="0" err="1" smtClean="0"/>
              <a:t>tabela</a:t>
            </a:r>
            <a:r>
              <a:rPr lang="en-US" dirty="0" smtClean="0"/>
              <a:t> </a:t>
            </a:r>
            <a:r>
              <a:rPr lang="en-US" dirty="0"/>
              <a:t>AS </a:t>
            </a:r>
          </a:p>
          <a:p>
            <a:pPr marL="0" indent="0">
              <a:buNone/>
            </a:pPr>
            <a:r>
              <a:rPr lang="en-US" dirty="0" smtClean="0"/>
              <a:t>		SELECT </a:t>
            </a:r>
            <a:r>
              <a:rPr lang="en-US" dirty="0" err="1"/>
              <a:t>sid</a:t>
            </a:r>
            <a:r>
              <a:rPr lang="en-US" dirty="0"/>
              <a:t>, </a:t>
            </a:r>
            <a:r>
              <a:rPr lang="en-US" dirty="0" err="1"/>
              <a:t>emri</a:t>
            </a:r>
            <a:r>
              <a:rPr lang="en-US" dirty="0"/>
              <a:t>, </a:t>
            </a:r>
            <a:r>
              <a:rPr lang="en-US" dirty="0" err="1"/>
              <a:t>mbiemri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smtClean="0"/>
              <a:t>		FROM </a:t>
            </a:r>
            <a:r>
              <a:rPr lang="en-US" dirty="0"/>
              <a:t>student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/>
              <a:t>CREATE OR REPLACE VIEW </a:t>
            </a:r>
            <a:r>
              <a:rPr lang="en-US" dirty="0" err="1" smtClean="0"/>
              <a:t>tabela</a:t>
            </a:r>
            <a:r>
              <a:rPr lang="en-US" dirty="0" smtClean="0"/>
              <a:t> </a:t>
            </a:r>
            <a:r>
              <a:rPr lang="en-US" dirty="0"/>
              <a:t>AS </a:t>
            </a:r>
          </a:p>
          <a:p>
            <a:pPr marL="0" indent="0">
              <a:buNone/>
            </a:pPr>
            <a:r>
              <a:rPr lang="en-US" dirty="0"/>
              <a:t>		SELECT </a:t>
            </a:r>
            <a:r>
              <a:rPr lang="en-US" dirty="0" err="1"/>
              <a:t>sid</a:t>
            </a:r>
            <a:r>
              <a:rPr lang="en-US" dirty="0"/>
              <a:t>, </a:t>
            </a:r>
            <a:r>
              <a:rPr lang="en-US" dirty="0" err="1"/>
              <a:t>emri</a:t>
            </a:r>
            <a:r>
              <a:rPr lang="en-US" dirty="0"/>
              <a:t>, </a:t>
            </a:r>
            <a:r>
              <a:rPr lang="en-US" dirty="0" err="1"/>
              <a:t>mbiemri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	FROM student;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23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VIEW-</a:t>
            </a:r>
            <a:r>
              <a:rPr lang="en-US" dirty="0" err="1"/>
              <a:t>vazhdim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SELECT * </a:t>
            </a:r>
            <a:r>
              <a:rPr lang="en-US" dirty="0" smtClean="0"/>
              <a:t>FROM </a:t>
            </a:r>
            <a:r>
              <a:rPr lang="en-US" dirty="0" err="1"/>
              <a:t>t</a:t>
            </a:r>
            <a:r>
              <a:rPr lang="en-US" dirty="0" err="1" smtClean="0"/>
              <a:t>abela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DROP VIEW </a:t>
            </a:r>
            <a:r>
              <a:rPr lang="en-US" dirty="0" err="1" smtClean="0"/>
              <a:t>tabela</a:t>
            </a:r>
            <a:r>
              <a:rPr lang="en-US" dirty="0" smtClean="0"/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552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1360</TotalTime>
  <Words>108</Words>
  <Application>Microsoft Office PowerPoint</Application>
  <PresentationFormat>On-screen Show (4:3)</PresentationFormat>
  <Paragraphs>89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SQL</vt:lpstr>
      <vt:lpstr>AUTO_INCREMENT</vt:lpstr>
      <vt:lpstr>Vazhdim</vt:lpstr>
      <vt:lpstr>DATE</vt:lpstr>
      <vt:lpstr>DATETIME</vt:lpstr>
      <vt:lpstr>TIMESTAMP</vt:lpstr>
      <vt:lpstr>TIME</vt:lpstr>
      <vt:lpstr>YEAR</vt:lpstr>
      <vt:lpstr>Insertimi i DATE</vt:lpstr>
      <vt:lpstr>VIEW</vt:lpstr>
      <vt:lpstr>VIEW-vazhdim</vt:lpstr>
      <vt:lpstr>VIEW-vazhdim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13</cp:revision>
  <dcterms:created xsi:type="dcterms:W3CDTF">2019-12-15T21:42:57Z</dcterms:created>
  <dcterms:modified xsi:type="dcterms:W3CDTF">2019-12-16T20:23:35Z</dcterms:modified>
</cp:coreProperties>
</file>