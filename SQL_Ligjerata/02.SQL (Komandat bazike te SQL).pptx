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6" r:id="rId2"/>
    <p:sldId id="267" r:id="rId3"/>
    <p:sldId id="257" r:id="rId4"/>
    <p:sldId id="258" r:id="rId5"/>
    <p:sldId id="259" r:id="rId6"/>
    <p:sldId id="260" r:id="rId7"/>
    <p:sldId id="261" r:id="rId8"/>
    <p:sldId id="262" r:id="rId9"/>
    <p:sldId id="268" r:id="rId10"/>
    <p:sldId id="263" r:id="rId11"/>
    <p:sldId id="264" r:id="rId12"/>
    <p:sldId id="269" r:id="rId13"/>
    <p:sldId id="265" r:id="rId14"/>
    <p:sldId id="266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73" autoAdjust="0"/>
    <p:restoredTop sz="94837" autoAdjust="0"/>
  </p:normalViewPr>
  <p:slideViewPr>
    <p:cSldViewPr>
      <p:cViewPr>
        <p:scale>
          <a:sx n="60" d="100"/>
          <a:sy n="60" d="100"/>
        </p:scale>
        <p:origin x="-270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48" y="29346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7586A8-5641-4B01-BD1E-C0F1984AA4A6}" type="datetimeFigureOut">
              <a:rPr lang="en-US" smtClean="0"/>
              <a:t>12/4/2019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0F8AB5-902A-4E15-8F55-94781061AF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343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0F8AB5-902A-4E15-8F55-94781061AF8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7541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BBFC5-8FFE-4E26-8F48-7E33C4825BB8}" type="datetimeFigureOut">
              <a:rPr lang="en-US" smtClean="0"/>
              <a:t>12/4/2019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42BC3-C5F6-441C-939B-05F28E4BE25E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BBFC5-8FFE-4E26-8F48-7E33C4825BB8}" type="datetimeFigureOut">
              <a:rPr lang="en-US" smtClean="0"/>
              <a:t>12/4/2019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42BC3-C5F6-441C-939B-05F28E4BE25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BBFC5-8FFE-4E26-8F48-7E33C4825BB8}" type="datetimeFigureOut">
              <a:rPr lang="en-US" smtClean="0"/>
              <a:t>12/4/2019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42BC3-C5F6-441C-939B-05F28E4BE25E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BBFC5-8FFE-4E26-8F48-7E33C4825BB8}" type="datetimeFigureOut">
              <a:rPr lang="en-US" smtClean="0"/>
              <a:t>12/4/2019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42BC3-C5F6-441C-939B-05F28E4BE25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BBFC5-8FFE-4E26-8F48-7E33C4825BB8}" type="datetimeFigureOut">
              <a:rPr lang="en-US" smtClean="0"/>
              <a:t>12/4/2019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42BC3-C5F6-441C-939B-05F28E4BE25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BBFC5-8FFE-4E26-8F48-7E33C4825BB8}" type="datetimeFigureOut">
              <a:rPr lang="en-US" smtClean="0"/>
              <a:t>12/4/2019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42BC3-C5F6-441C-939B-05F28E4BE25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BBFC5-8FFE-4E26-8F48-7E33C4825BB8}" type="datetimeFigureOut">
              <a:rPr lang="en-US" smtClean="0"/>
              <a:t>12/4/2019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42BC3-C5F6-441C-939B-05F28E4BE25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BBFC5-8FFE-4E26-8F48-7E33C4825BB8}" type="datetimeFigureOut">
              <a:rPr lang="en-US" smtClean="0"/>
              <a:t>12/4/2019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42BC3-C5F6-441C-939B-05F28E4BE25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BBFC5-8FFE-4E26-8F48-7E33C4825BB8}" type="datetimeFigureOut">
              <a:rPr lang="en-US" smtClean="0"/>
              <a:t>12/4/2019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C7E42BC3-C5F6-441C-939B-05F28E4BE25E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BBFC5-8FFE-4E26-8F48-7E33C4825BB8}" type="datetimeFigureOut">
              <a:rPr lang="en-US" smtClean="0"/>
              <a:t>12/4/2019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42BC3-C5F6-441C-939B-05F28E4BE25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BBFC5-8FFE-4E26-8F48-7E33C4825BB8}" type="datetimeFigureOut">
              <a:rPr lang="en-US" smtClean="0"/>
              <a:t>12/4/2019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42BC3-C5F6-441C-939B-05F28E4BE25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AF6BBFC5-8FFE-4E26-8F48-7E33C4825BB8}" type="datetimeFigureOut">
              <a:rPr lang="en-US" smtClean="0"/>
              <a:t>12/4/2019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C7E42BC3-C5F6-441C-939B-05F28E4BE25E}" type="slidenum">
              <a:rPr lang="en-US" smtClean="0"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dirty="0" smtClean="0">
                <a:latin typeface="Times New Roman" pitchFamily="18" charset="0"/>
                <a:cs typeface="Times New Roman" pitchFamily="18" charset="0"/>
              </a:rPr>
              <a:t>SQL</a:t>
            </a:r>
            <a:endParaRPr lang="en-US" sz="6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 smtClean="0">
                <a:latin typeface="Times New Roman" pitchFamily="18" charset="0"/>
                <a:cs typeface="Times New Roman" pitchFamily="18" charset="0"/>
              </a:rPr>
              <a:t>(Structured Query Language)</a:t>
            </a:r>
            <a:endParaRPr lang="en-US" sz="4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3085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 smtClean="0"/>
              <a:t>SQL -(</a:t>
            </a:r>
            <a:r>
              <a:rPr lang="en-US" dirty="0" err="1" smtClean="0"/>
              <a:t>Structuret</a:t>
            </a:r>
            <a:r>
              <a:rPr lang="en-US" dirty="0" smtClean="0"/>
              <a:t> Query Language)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SQL </a:t>
            </a:r>
            <a:r>
              <a:rPr lang="en-US" dirty="0" err="1"/>
              <a:t>është</a:t>
            </a:r>
            <a:r>
              <a:rPr lang="en-US" dirty="0"/>
              <a:t> </a:t>
            </a:r>
            <a:r>
              <a:rPr lang="en-US" dirty="0" err="1"/>
              <a:t>një</a:t>
            </a:r>
            <a:r>
              <a:rPr lang="en-US" dirty="0"/>
              <a:t> </a:t>
            </a:r>
            <a:r>
              <a:rPr lang="en-US" dirty="0" err="1"/>
              <a:t>gjuhë</a:t>
            </a:r>
            <a:r>
              <a:rPr lang="en-US" dirty="0"/>
              <a:t> </a:t>
            </a:r>
            <a:r>
              <a:rPr lang="en-US" dirty="0" err="1"/>
              <a:t>standarde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ruajtjen</a:t>
            </a:r>
            <a:r>
              <a:rPr lang="en-US" dirty="0"/>
              <a:t>, </a:t>
            </a:r>
            <a:r>
              <a:rPr lang="en-US" dirty="0" err="1"/>
              <a:t>manipulimin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marrjen</a:t>
            </a:r>
            <a:r>
              <a:rPr lang="en-US" dirty="0"/>
              <a:t> e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dhënave</a:t>
            </a:r>
            <a:r>
              <a:rPr lang="en-US" dirty="0"/>
              <a:t>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bazat</a:t>
            </a:r>
            <a:r>
              <a:rPr lang="en-US" dirty="0"/>
              <a:t> e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dhënave</a:t>
            </a:r>
            <a:r>
              <a:rPr lang="en-US" dirty="0" smtClean="0"/>
              <a:t>.</a:t>
            </a:r>
          </a:p>
          <a:p>
            <a:r>
              <a:rPr lang="en-US" dirty="0" err="1"/>
              <a:t>Edhe</a:t>
            </a:r>
            <a:r>
              <a:rPr lang="en-US" dirty="0"/>
              <a:t> </a:t>
            </a:r>
            <a:r>
              <a:rPr lang="en-US" dirty="0" err="1"/>
              <a:t>pse</a:t>
            </a:r>
            <a:r>
              <a:rPr lang="en-US" dirty="0"/>
              <a:t> SQL </a:t>
            </a:r>
            <a:r>
              <a:rPr lang="en-US" dirty="0" err="1"/>
              <a:t>është</a:t>
            </a:r>
            <a:r>
              <a:rPr lang="en-US" dirty="0"/>
              <a:t> </a:t>
            </a:r>
            <a:r>
              <a:rPr lang="en-US" dirty="0" err="1"/>
              <a:t>një</a:t>
            </a:r>
            <a:r>
              <a:rPr lang="en-US" dirty="0"/>
              <a:t> standard </a:t>
            </a:r>
            <a:r>
              <a:rPr lang="en-US" dirty="0" smtClean="0"/>
              <a:t>ANSI/ISO</a:t>
            </a:r>
            <a:r>
              <a:rPr lang="en-US" dirty="0"/>
              <a:t>, </a:t>
            </a:r>
            <a:r>
              <a:rPr lang="en-US" dirty="0" err="1"/>
              <a:t>ekzistojnë</a:t>
            </a:r>
            <a:r>
              <a:rPr lang="en-US" dirty="0"/>
              <a:t> </a:t>
            </a:r>
            <a:r>
              <a:rPr lang="en-US" dirty="0" err="1"/>
              <a:t>versione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ndryshme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gjuhës</a:t>
            </a:r>
            <a:r>
              <a:rPr lang="en-US" dirty="0"/>
              <a:t> SQL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 err="1"/>
              <a:t>Sidoqoftë</a:t>
            </a:r>
            <a:r>
              <a:rPr lang="en-US" dirty="0"/>
              <a:t>,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qenë</a:t>
            </a:r>
            <a:r>
              <a:rPr lang="en-US" dirty="0"/>
              <a:t>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përputhje</a:t>
            </a:r>
            <a:r>
              <a:rPr lang="en-US" dirty="0"/>
              <a:t> me </a:t>
            </a:r>
            <a:r>
              <a:rPr lang="en-US" dirty="0" err="1"/>
              <a:t>standardin</a:t>
            </a:r>
            <a:r>
              <a:rPr lang="en-US" dirty="0"/>
              <a:t> ANSI, </a:t>
            </a:r>
            <a:r>
              <a:rPr lang="en-US" dirty="0" err="1"/>
              <a:t>ata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gjithë</a:t>
            </a:r>
            <a:r>
              <a:rPr lang="en-US" dirty="0"/>
              <a:t> </a:t>
            </a:r>
            <a:r>
              <a:rPr lang="en-US" dirty="0" err="1"/>
              <a:t>mbështesin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paktën</a:t>
            </a:r>
            <a:r>
              <a:rPr lang="en-US" dirty="0"/>
              <a:t> </a:t>
            </a:r>
            <a:r>
              <a:rPr lang="en-US" dirty="0" err="1"/>
              <a:t>komandat</a:t>
            </a:r>
            <a:r>
              <a:rPr lang="en-US" dirty="0"/>
              <a:t> </a:t>
            </a:r>
            <a:r>
              <a:rPr lang="en-US" dirty="0" err="1"/>
              <a:t>kryesore</a:t>
            </a:r>
            <a:r>
              <a:rPr lang="en-US" dirty="0"/>
              <a:t> (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tilla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SELECT, UPDATE, DELETE, INSERT, </a:t>
            </a:r>
            <a:r>
              <a:rPr lang="en-US" dirty="0" smtClean="0"/>
              <a:t>WHERE)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një</a:t>
            </a:r>
            <a:r>
              <a:rPr lang="en-US" dirty="0"/>
              <a:t> </a:t>
            </a:r>
            <a:r>
              <a:rPr lang="en-US" dirty="0" err="1"/>
              <a:t>mënyrë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ngjashme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66806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Disa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nga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komandat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me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kryesore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SQL-it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CREATE DATABASE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DROP DATABASE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CREATE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TABLE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DROP TABLE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ALTER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TABLE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INSERT INTO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SELECT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UPDATE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DELETE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WHERE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8694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CREATE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DATABASE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CREATE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DATABASE 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hkolla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1263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DROP DATABASE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DROP DATABASE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shkolla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3819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CREATE TABLE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	CREATE TABLE </a:t>
            </a:r>
            <a:r>
              <a:rPr lang="en-US" dirty="0" smtClean="0"/>
              <a:t>student (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Id </a:t>
            </a:r>
            <a:r>
              <a:rPr lang="en-US" dirty="0" err="1"/>
              <a:t>int</a:t>
            </a:r>
            <a:r>
              <a:rPr lang="en-US" dirty="0"/>
              <a:t>(10),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smtClean="0"/>
              <a:t>		</a:t>
            </a:r>
            <a:r>
              <a:rPr lang="en-US" dirty="0" err="1" smtClean="0"/>
              <a:t>Emri</a:t>
            </a:r>
            <a:r>
              <a:rPr lang="en-US" dirty="0" smtClean="0"/>
              <a:t> </a:t>
            </a:r>
            <a:r>
              <a:rPr lang="en-US" dirty="0" err="1"/>
              <a:t>varchar</a:t>
            </a:r>
            <a:r>
              <a:rPr lang="en-US" dirty="0"/>
              <a:t>(30),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smtClean="0"/>
              <a:t>		</a:t>
            </a:r>
            <a:r>
              <a:rPr lang="en-US" dirty="0" err="1" smtClean="0"/>
              <a:t>Mbiemri</a:t>
            </a:r>
            <a:r>
              <a:rPr lang="en-US" dirty="0" smtClean="0"/>
              <a:t> </a:t>
            </a:r>
            <a:r>
              <a:rPr lang="en-US" dirty="0" err="1"/>
              <a:t>varchar</a:t>
            </a:r>
            <a:r>
              <a:rPr lang="en-US" dirty="0"/>
              <a:t>(30),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smtClean="0"/>
              <a:t>		</a:t>
            </a:r>
            <a:r>
              <a:rPr lang="en-US" dirty="0" err="1" smtClean="0"/>
              <a:t>Mosha</a:t>
            </a:r>
            <a:r>
              <a:rPr lang="en-US" dirty="0" smtClean="0"/>
              <a:t> </a:t>
            </a:r>
            <a:r>
              <a:rPr lang="en-US" dirty="0" err="1" smtClean="0"/>
              <a:t>int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smtClean="0"/>
              <a:t>		);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6868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DROP TABLE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DROP TABLE student;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7452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ALTER TABLE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ALTER TABLE student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ADD Email </a:t>
            </a:r>
            <a:r>
              <a:rPr lang="en-US" dirty="0" err="1" smtClean="0"/>
              <a:t>varchar</a:t>
            </a:r>
            <a:r>
              <a:rPr lang="en-US" dirty="0" smtClean="0"/>
              <a:t>(30);</a:t>
            </a:r>
          </a:p>
          <a:p>
            <a:pPr marL="0" indent="0">
              <a:buNone/>
            </a:pPr>
            <a:r>
              <a:rPr lang="en-US" dirty="0" smtClean="0"/>
              <a:t>	</a:t>
            </a:r>
          </a:p>
          <a:p>
            <a:pPr marL="0" indent="0">
              <a:buNone/>
            </a:pPr>
            <a:r>
              <a:rPr lang="en-US" dirty="0" smtClean="0"/>
              <a:t>	ALTER </a:t>
            </a:r>
            <a:r>
              <a:rPr lang="en-US" dirty="0"/>
              <a:t>TABLE student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DROP </a:t>
            </a:r>
            <a:r>
              <a:rPr lang="en-US" dirty="0"/>
              <a:t>Email </a:t>
            </a:r>
            <a:r>
              <a:rPr lang="en-US" dirty="0" err="1"/>
              <a:t>varchar</a:t>
            </a:r>
            <a:r>
              <a:rPr lang="en-US" dirty="0"/>
              <a:t>(30);</a:t>
            </a:r>
          </a:p>
          <a:p>
            <a:pPr marL="0" indent="0">
              <a:buNone/>
            </a:pPr>
            <a:r>
              <a:rPr lang="en-US" dirty="0" smtClean="0"/>
              <a:t>	</a:t>
            </a:r>
          </a:p>
          <a:p>
            <a:pPr marL="0" indent="0">
              <a:buNone/>
            </a:pPr>
            <a:r>
              <a:rPr lang="en-US" dirty="0"/>
              <a:t>	ALTER TABLE student</a:t>
            </a:r>
          </a:p>
          <a:p>
            <a:pPr marL="0" indent="0">
              <a:buNone/>
            </a:pPr>
            <a:r>
              <a:rPr lang="en-US" dirty="0"/>
              <a:t>	DROP </a:t>
            </a:r>
            <a:r>
              <a:rPr lang="en-US" dirty="0" smtClean="0"/>
              <a:t>COLUMN Email </a:t>
            </a:r>
            <a:r>
              <a:rPr lang="en-US" dirty="0" err="1"/>
              <a:t>varchar</a:t>
            </a:r>
            <a:r>
              <a:rPr lang="en-US" dirty="0"/>
              <a:t>(30);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2970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ALTER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TABLE –(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vazhdim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	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ALTER </a:t>
            </a:r>
            <a:r>
              <a:rPr lang="en-US" dirty="0"/>
              <a:t>TABLE student</a:t>
            </a:r>
          </a:p>
          <a:p>
            <a:pPr marL="0" indent="0">
              <a:buNone/>
            </a:pPr>
            <a:r>
              <a:rPr lang="en-US" dirty="0" smtClean="0"/>
              <a:t>	MODIFY </a:t>
            </a:r>
            <a:r>
              <a:rPr lang="en-US" dirty="0"/>
              <a:t>id </a:t>
            </a:r>
            <a:r>
              <a:rPr lang="en-US" dirty="0" err="1"/>
              <a:t>varchar</a:t>
            </a:r>
            <a:r>
              <a:rPr lang="en-US" dirty="0"/>
              <a:t>(10</a:t>
            </a:r>
            <a:r>
              <a:rPr lang="en-US" dirty="0" smtClean="0"/>
              <a:t>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ALTER TABLE student</a:t>
            </a:r>
          </a:p>
          <a:p>
            <a:pPr marL="0" indent="0">
              <a:buNone/>
            </a:pPr>
            <a:r>
              <a:rPr lang="en-US" dirty="0" smtClean="0"/>
              <a:t>	MODIFY </a:t>
            </a:r>
            <a:r>
              <a:rPr lang="en-US" dirty="0"/>
              <a:t>COLUMN id </a:t>
            </a:r>
            <a:r>
              <a:rPr lang="en-US" dirty="0" err="1"/>
              <a:t>int</a:t>
            </a:r>
            <a:r>
              <a:rPr lang="en-US" dirty="0"/>
              <a:t>(10);</a:t>
            </a:r>
          </a:p>
        </p:txBody>
      </p:sp>
    </p:spTree>
    <p:extLst>
      <p:ext uri="{BB962C8B-B14F-4D97-AF65-F5344CB8AC3E}">
        <p14:creationId xmlns:p14="http://schemas.microsoft.com/office/powerpoint/2010/main" val="370715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INSERT INTO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     INSERT</a:t>
            </a:r>
            <a:r>
              <a:rPr lang="en-US" dirty="0"/>
              <a:t> INTO </a:t>
            </a:r>
            <a:r>
              <a:rPr lang="en-US" dirty="0" smtClean="0"/>
              <a:t>student (Id</a:t>
            </a:r>
            <a:r>
              <a:rPr lang="en-US" dirty="0"/>
              <a:t>, </a:t>
            </a:r>
            <a:r>
              <a:rPr lang="en-US" dirty="0" err="1"/>
              <a:t>Emri</a:t>
            </a:r>
            <a:r>
              <a:rPr lang="en-US" dirty="0"/>
              <a:t>, </a:t>
            </a:r>
            <a:r>
              <a:rPr lang="en-US" dirty="0" err="1"/>
              <a:t>Mbiemri</a:t>
            </a:r>
            <a:r>
              <a:rPr lang="en-US" dirty="0"/>
              <a:t>, </a:t>
            </a:r>
            <a:r>
              <a:rPr lang="en-US" dirty="0" err="1"/>
              <a:t>Mosha</a:t>
            </a:r>
            <a:r>
              <a:rPr lang="en-US" dirty="0"/>
              <a:t>) 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   VALUES</a:t>
            </a:r>
            <a:r>
              <a:rPr lang="en-US" dirty="0"/>
              <a:t> ('001', '</a:t>
            </a:r>
            <a:r>
              <a:rPr lang="en-US" dirty="0" err="1"/>
              <a:t>Arianit</a:t>
            </a:r>
            <a:r>
              <a:rPr lang="en-US" dirty="0"/>
              <a:t>', '</a:t>
            </a:r>
            <a:r>
              <a:rPr lang="en-US" dirty="0" err="1"/>
              <a:t>Tershnjaku</a:t>
            </a:r>
            <a:r>
              <a:rPr lang="en-US" dirty="0"/>
              <a:t>', '25</a:t>
            </a:r>
            <a:r>
              <a:rPr lang="en-US" dirty="0" smtClean="0"/>
              <a:t>');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	INSERT</a:t>
            </a:r>
            <a:r>
              <a:rPr lang="en-US" dirty="0"/>
              <a:t> INTO student </a:t>
            </a:r>
            <a:r>
              <a:rPr lang="en-US" dirty="0" smtClean="0"/>
              <a:t>	VALUES</a:t>
            </a:r>
            <a:r>
              <a:rPr lang="en-US" dirty="0"/>
              <a:t> ('001', '</a:t>
            </a:r>
            <a:r>
              <a:rPr lang="en-US" dirty="0" err="1"/>
              <a:t>Arianit</a:t>
            </a:r>
            <a:r>
              <a:rPr lang="en-US" dirty="0"/>
              <a:t>', '</a:t>
            </a:r>
            <a:r>
              <a:rPr lang="en-US" dirty="0" err="1"/>
              <a:t>Tershnjaku</a:t>
            </a:r>
            <a:r>
              <a:rPr lang="en-US" dirty="0"/>
              <a:t>', '25');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353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SELECT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</a:t>
            </a:r>
          </a:p>
          <a:p>
            <a:pPr marL="0" indent="0">
              <a:buNone/>
            </a:pPr>
            <a:r>
              <a:rPr lang="en-US" i="1" dirty="0">
                <a:latin typeface="Times New Roman" pitchFamily="18" charset="0"/>
                <a:cs typeface="Times New Roman" pitchFamily="18" charset="0"/>
              </a:rPr>
              <a:t>	</a:t>
            </a:r>
            <a:endParaRPr lang="en-US" i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SELECT * FROM student;</a:t>
            </a:r>
          </a:p>
          <a:p>
            <a:pPr marL="0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 </a:t>
            </a:r>
            <a:endParaRPr lang="en-US" i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SELECT</a:t>
            </a:r>
            <a:r>
              <a:rPr lang="en-US" dirty="0"/>
              <a:t> </a:t>
            </a:r>
            <a:r>
              <a:rPr lang="en-US" dirty="0" err="1"/>
              <a:t>emri</a:t>
            </a:r>
            <a:r>
              <a:rPr lang="en-US" dirty="0"/>
              <a:t> FROM </a:t>
            </a:r>
            <a:r>
              <a:rPr lang="en-US" dirty="0" smtClean="0"/>
              <a:t>student;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5812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SELECT DISTINCT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SELECT </a:t>
            </a:r>
            <a:r>
              <a:rPr lang="en-US" dirty="0"/>
              <a:t>DISTINCT </a:t>
            </a:r>
            <a:r>
              <a:rPr lang="en-US" dirty="0" err="1"/>
              <a:t>emri</a:t>
            </a:r>
            <a:r>
              <a:rPr lang="en-US" dirty="0"/>
              <a:t> </a:t>
            </a:r>
            <a:r>
              <a:rPr lang="en-US" dirty="0" smtClean="0"/>
              <a:t> FROM student;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dirty="0"/>
              <a:t>SELECT </a:t>
            </a:r>
            <a:r>
              <a:rPr lang="en-US" dirty="0" err="1" smtClean="0"/>
              <a:t>emri</a:t>
            </a:r>
            <a:r>
              <a:rPr lang="en-US" dirty="0" smtClean="0"/>
              <a:t>  </a:t>
            </a:r>
            <a:r>
              <a:rPr lang="en-US" dirty="0"/>
              <a:t>FROM student;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2723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UPDATE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UPDATE</a:t>
            </a:r>
            <a:r>
              <a:rPr lang="en-US" dirty="0"/>
              <a:t> student 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SET</a:t>
            </a:r>
            <a:r>
              <a:rPr lang="en-US" dirty="0"/>
              <a:t> </a:t>
            </a:r>
            <a:r>
              <a:rPr lang="en-US" dirty="0" err="1"/>
              <a:t>emri</a:t>
            </a:r>
            <a:r>
              <a:rPr lang="en-US" dirty="0"/>
              <a:t>='</a:t>
            </a:r>
            <a:r>
              <a:rPr lang="en-US" dirty="0" err="1"/>
              <a:t>Arianiti</a:t>
            </a:r>
            <a:r>
              <a:rPr lang="en-US" dirty="0"/>
              <a:t>', </a:t>
            </a:r>
            <a:r>
              <a:rPr lang="en-US" dirty="0" err="1"/>
              <a:t>mbiemri</a:t>
            </a:r>
            <a:r>
              <a:rPr lang="en-US" dirty="0"/>
              <a:t>='</a:t>
            </a:r>
            <a:r>
              <a:rPr lang="en-US" dirty="0" err="1"/>
              <a:t>Tershnjaku</a:t>
            </a:r>
            <a:r>
              <a:rPr lang="en-US" dirty="0"/>
              <a:t>' 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WHERE</a:t>
            </a:r>
            <a:r>
              <a:rPr lang="en-US" dirty="0"/>
              <a:t> </a:t>
            </a:r>
            <a:r>
              <a:rPr lang="en-US" dirty="0" smtClean="0"/>
              <a:t>id=001;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6977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DELETE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DELETE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FROM student 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WHERE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id=001;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0085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WHERE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SELECT * FROM student</a:t>
            </a:r>
          </a:p>
          <a:p>
            <a:pPr marL="0" indent="0">
              <a:buNone/>
            </a:pPr>
            <a:r>
              <a:rPr lang="en-US" dirty="0" smtClean="0"/>
              <a:t>	WHERE </a:t>
            </a:r>
            <a:r>
              <a:rPr lang="en-US" dirty="0" err="1"/>
              <a:t>emri</a:t>
            </a:r>
            <a:r>
              <a:rPr lang="en-US" dirty="0"/>
              <a:t>='</a:t>
            </a:r>
            <a:r>
              <a:rPr lang="en-US" dirty="0" err="1"/>
              <a:t>Arianit</a:t>
            </a:r>
            <a:r>
              <a:rPr lang="en-US" dirty="0" smtClean="0"/>
              <a:t>';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SELECT </a:t>
            </a:r>
            <a:r>
              <a:rPr lang="en-US" dirty="0" err="1"/>
              <a:t>emri</a:t>
            </a:r>
            <a:r>
              <a:rPr lang="en-US" dirty="0"/>
              <a:t> FROM student</a:t>
            </a:r>
          </a:p>
          <a:p>
            <a:pPr marL="0" indent="0">
              <a:buNone/>
            </a:pPr>
            <a:r>
              <a:rPr lang="en-US" dirty="0" smtClean="0"/>
              <a:t>	WHERE </a:t>
            </a:r>
            <a:r>
              <a:rPr lang="en-US" dirty="0" err="1"/>
              <a:t>emri</a:t>
            </a:r>
            <a:r>
              <a:rPr lang="en-US" dirty="0"/>
              <a:t>='</a:t>
            </a:r>
            <a:r>
              <a:rPr lang="en-US" dirty="0" err="1"/>
              <a:t>Arianit</a:t>
            </a:r>
            <a:r>
              <a:rPr lang="en-US" dirty="0"/>
              <a:t>';</a:t>
            </a:r>
          </a:p>
        </p:txBody>
      </p:sp>
    </p:spTree>
    <p:extLst>
      <p:ext uri="{BB962C8B-B14F-4D97-AF65-F5344CB8AC3E}">
        <p14:creationId xmlns:p14="http://schemas.microsoft.com/office/powerpoint/2010/main" val="2211314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5512</TotalTime>
  <Words>123</Words>
  <Application>Microsoft Office PowerPoint</Application>
  <PresentationFormat>On-screen Show (4:3)</PresentationFormat>
  <Paragraphs>98</Paragraphs>
  <Slides>15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Flow</vt:lpstr>
      <vt:lpstr>SQL</vt:lpstr>
      <vt:lpstr>SQL -(Structuret Query Language)</vt:lpstr>
      <vt:lpstr>Disa nga komandat me kryesore te SQL-it</vt:lpstr>
      <vt:lpstr>CREATE DATABASE</vt:lpstr>
      <vt:lpstr>DROP DATABASE</vt:lpstr>
      <vt:lpstr>CREATE TABLE</vt:lpstr>
      <vt:lpstr>DROP TABLE</vt:lpstr>
      <vt:lpstr>ALTER TABLE</vt:lpstr>
      <vt:lpstr>ALTER TABLE –(vazhdim)</vt:lpstr>
      <vt:lpstr>INSERT INTO</vt:lpstr>
      <vt:lpstr>SELECT</vt:lpstr>
      <vt:lpstr>SELECT DISTINCT</vt:lpstr>
      <vt:lpstr>UPDATE</vt:lpstr>
      <vt:lpstr>DELETE</vt:lpstr>
      <vt:lpstr>WHERE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</dc:title>
  <dc:creator>KobitPC</dc:creator>
  <cp:lastModifiedBy>Windows User</cp:lastModifiedBy>
  <cp:revision>43</cp:revision>
  <dcterms:created xsi:type="dcterms:W3CDTF">2019-11-10T08:07:54Z</dcterms:created>
  <dcterms:modified xsi:type="dcterms:W3CDTF">2019-12-04T07:01:11Z</dcterms:modified>
</cp:coreProperties>
</file>