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969" autoAdjust="0"/>
  </p:normalViewPr>
  <p:slideViewPr>
    <p:cSldViewPr>
      <p:cViewPr varScale="1">
        <p:scale>
          <a:sx n="58" d="100"/>
          <a:sy n="58" d="100"/>
        </p:scale>
        <p:origin x="-33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17717-AA3B-45C6-A4E2-5758FB98745F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E544A-1298-4CFA-8B70-6F0784284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6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Kufizimet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përdoren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për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specifikuar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rregullat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për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dhënat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Kufizimet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përdoren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për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kufizuar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llojin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dhënave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mund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shkojnë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Kjo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siguron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saktësinë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dhe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besueshmërinë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dhënave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Nëse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ndonjë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shkelje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midis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kufizimit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dhe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veprimit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dhënave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veprimi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ndërpritet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Kufizimet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mund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niveli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kolonës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niveli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tabelës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Kufizimet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nivelit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kolonës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vlejnë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për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kolonë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dhe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kufizimet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nivelit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tabelës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zbatohen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për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gjithë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tabelën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E544A-1298-4CFA-8B70-6F0784284D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22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 NULL –</a:t>
            </a:r>
            <a:r>
              <a:rPr lang="en-US" dirty="0" err="1" smtClean="0"/>
              <a:t>Siguron</a:t>
            </a:r>
            <a:r>
              <a:rPr lang="en-US" dirty="0" smtClean="0"/>
              <a:t> </a:t>
            </a:r>
            <a:r>
              <a:rPr lang="en-US" dirty="0" err="1" smtClean="0"/>
              <a:t>që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vlerë</a:t>
            </a:r>
            <a:r>
              <a:rPr lang="en-US" dirty="0" smtClean="0"/>
              <a:t> </a:t>
            </a:r>
            <a:r>
              <a:rPr lang="en-US" dirty="0" err="1" smtClean="0"/>
              <a:t>mos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ketë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vlerë</a:t>
            </a:r>
            <a:r>
              <a:rPr lang="en-US" dirty="0" smtClean="0"/>
              <a:t> NULL.</a:t>
            </a:r>
          </a:p>
          <a:p>
            <a:r>
              <a:rPr lang="en-US" dirty="0" smtClean="0"/>
              <a:t>UNIQUE –</a:t>
            </a:r>
            <a:r>
              <a:rPr lang="en-US" dirty="0" err="1" smtClean="0"/>
              <a:t>Siguron</a:t>
            </a:r>
            <a:r>
              <a:rPr lang="en-US" dirty="0" smtClean="0"/>
              <a:t> </a:t>
            </a:r>
            <a:r>
              <a:rPr lang="en-US" dirty="0" err="1" smtClean="0"/>
              <a:t>që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gjitha</a:t>
            </a:r>
            <a:r>
              <a:rPr lang="en-US" dirty="0" smtClean="0"/>
              <a:t> </a:t>
            </a:r>
            <a:r>
              <a:rPr lang="en-US" dirty="0" err="1" smtClean="0"/>
              <a:t>vlerat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kolon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jenë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ndryshme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PRIMARY KEY –</a:t>
            </a:r>
            <a:r>
              <a:rPr lang="en-US" dirty="0" err="1" smtClean="0"/>
              <a:t>Identifikon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mënyrë</a:t>
            </a:r>
            <a:r>
              <a:rPr lang="en-US" dirty="0" smtClean="0"/>
              <a:t> </a:t>
            </a:r>
            <a:r>
              <a:rPr lang="en-US" dirty="0" err="1" smtClean="0"/>
              <a:t>unike</a:t>
            </a:r>
            <a:r>
              <a:rPr lang="en-US" dirty="0" smtClean="0"/>
              <a:t> </a:t>
            </a:r>
            <a:r>
              <a:rPr lang="en-US" dirty="0" err="1" smtClean="0"/>
              <a:t>çdo</a:t>
            </a:r>
            <a:r>
              <a:rPr lang="en-US" dirty="0" smtClean="0"/>
              <a:t> </a:t>
            </a:r>
            <a:r>
              <a:rPr lang="en-US" dirty="0" err="1" smtClean="0"/>
              <a:t>rresht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tabelë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FOREIGN KEY –</a:t>
            </a:r>
            <a:r>
              <a:rPr lang="en-US" dirty="0" err="1" smtClean="0"/>
              <a:t>Identifikon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mënyrë</a:t>
            </a:r>
            <a:r>
              <a:rPr lang="en-US" dirty="0" smtClean="0"/>
              <a:t> </a:t>
            </a:r>
            <a:r>
              <a:rPr lang="en-US" dirty="0" err="1" smtClean="0"/>
              <a:t>unike</a:t>
            </a:r>
            <a:r>
              <a:rPr lang="en-US" dirty="0" smtClean="0"/>
              <a:t> </a:t>
            </a:r>
            <a:r>
              <a:rPr lang="en-US" dirty="0" err="1" smtClean="0"/>
              <a:t>çdo</a:t>
            </a:r>
            <a:r>
              <a:rPr lang="en-US" dirty="0" smtClean="0"/>
              <a:t> </a:t>
            </a:r>
            <a:r>
              <a:rPr lang="en-US" dirty="0" err="1" smtClean="0"/>
              <a:t>rresht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tabelë</a:t>
            </a:r>
            <a:r>
              <a:rPr lang="en-US" dirty="0" smtClean="0"/>
              <a:t> </a:t>
            </a:r>
            <a:r>
              <a:rPr lang="en-US" dirty="0" err="1" smtClean="0"/>
              <a:t>tjetër</a:t>
            </a:r>
            <a:r>
              <a:rPr lang="en-US" dirty="0" smtClean="0"/>
              <a:t>.</a:t>
            </a:r>
          </a:p>
          <a:p>
            <a:r>
              <a:rPr lang="en-US" dirty="0" smtClean="0"/>
              <a:t>CHECK –</a:t>
            </a:r>
            <a:r>
              <a:rPr lang="en-US" dirty="0" err="1" smtClean="0"/>
              <a:t>Siguron</a:t>
            </a:r>
            <a:r>
              <a:rPr lang="en-US" dirty="0" smtClean="0"/>
              <a:t> </a:t>
            </a:r>
            <a:r>
              <a:rPr lang="en-US" dirty="0" err="1" smtClean="0"/>
              <a:t>që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gjitha</a:t>
            </a:r>
            <a:r>
              <a:rPr lang="en-US" dirty="0" smtClean="0"/>
              <a:t> </a:t>
            </a:r>
            <a:r>
              <a:rPr lang="en-US" dirty="0" err="1" smtClean="0"/>
              <a:t>vlerat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kolonë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plotësojnë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kusht</a:t>
            </a:r>
            <a:r>
              <a:rPr lang="en-US" dirty="0" smtClean="0"/>
              <a:t> </a:t>
            </a:r>
            <a:r>
              <a:rPr lang="en-US" dirty="0" err="1" smtClean="0"/>
              <a:t>specifik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DEFAULT –</a:t>
            </a:r>
            <a:r>
              <a:rPr lang="en-US" dirty="0" err="1" smtClean="0"/>
              <a:t>Vendos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vlerë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paracaktuar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kolonë</a:t>
            </a:r>
            <a:r>
              <a:rPr lang="en-US" dirty="0" smtClean="0"/>
              <a:t> </a:t>
            </a:r>
            <a:r>
              <a:rPr lang="en-US" dirty="0" err="1" smtClean="0"/>
              <a:t>kur</a:t>
            </a:r>
            <a:r>
              <a:rPr lang="en-US" dirty="0" smtClean="0"/>
              <a:t> </a:t>
            </a:r>
            <a:r>
              <a:rPr lang="en-US" dirty="0" err="1" smtClean="0"/>
              <a:t>nuk</a:t>
            </a:r>
            <a:r>
              <a:rPr lang="en-US" dirty="0" smtClean="0"/>
              <a:t> </a:t>
            </a:r>
            <a:r>
              <a:rPr lang="en-US" dirty="0" err="1" smtClean="0"/>
              <a:t>përcaktohet</a:t>
            </a:r>
            <a:r>
              <a:rPr lang="en-US" dirty="0" smtClean="0"/>
              <a:t> </a:t>
            </a:r>
            <a:r>
              <a:rPr lang="en-US" dirty="0" err="1" smtClean="0"/>
              <a:t>asnjë</a:t>
            </a:r>
            <a:r>
              <a:rPr lang="en-US" dirty="0" smtClean="0"/>
              <a:t> </a:t>
            </a:r>
            <a:r>
              <a:rPr lang="en-US" dirty="0" err="1" smtClean="0"/>
              <a:t>vlerë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INDEX –</a:t>
            </a:r>
            <a:r>
              <a:rPr lang="en-US" dirty="0" err="1" smtClean="0"/>
              <a:t>Vendos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vlerë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paracaktuar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kolonë</a:t>
            </a:r>
            <a:r>
              <a:rPr lang="en-US" dirty="0" smtClean="0"/>
              <a:t> </a:t>
            </a:r>
            <a:r>
              <a:rPr lang="en-US" dirty="0" err="1" smtClean="0"/>
              <a:t>kur</a:t>
            </a:r>
            <a:r>
              <a:rPr lang="en-US" dirty="0" smtClean="0"/>
              <a:t> </a:t>
            </a:r>
            <a:r>
              <a:rPr lang="en-US" dirty="0" err="1" smtClean="0"/>
              <a:t>nuk</a:t>
            </a:r>
            <a:r>
              <a:rPr lang="en-US" dirty="0" smtClean="0"/>
              <a:t> </a:t>
            </a:r>
            <a:r>
              <a:rPr lang="en-US" dirty="0" err="1" smtClean="0"/>
              <a:t>përcaktohet</a:t>
            </a:r>
            <a:r>
              <a:rPr lang="en-US" dirty="0" smtClean="0"/>
              <a:t> </a:t>
            </a:r>
            <a:r>
              <a:rPr lang="en-US" dirty="0" err="1" smtClean="0"/>
              <a:t>asnjë</a:t>
            </a:r>
            <a:r>
              <a:rPr lang="en-US" dirty="0" smtClean="0"/>
              <a:t> </a:t>
            </a:r>
            <a:r>
              <a:rPr lang="en-US" dirty="0" err="1" smtClean="0"/>
              <a:t>vlerë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E544A-1298-4CFA-8B70-6F0784284D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04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By</a:t>
            </a:r>
            <a:r>
              <a:rPr lang="en-US" baseline="0" dirty="0" smtClean="0"/>
              <a:t> Default</a:t>
            </a:r>
            <a:r>
              <a:rPr lang="en-US" dirty="0" smtClean="0"/>
              <a:t>,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kolonë</a:t>
            </a:r>
            <a:r>
              <a:rPr lang="en-US" dirty="0" smtClean="0"/>
              <a:t> </a:t>
            </a:r>
            <a:r>
              <a:rPr lang="en-US" dirty="0" err="1" smtClean="0"/>
              <a:t>mund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mbajë</a:t>
            </a:r>
            <a:r>
              <a:rPr lang="en-US" dirty="0" smtClean="0"/>
              <a:t> </a:t>
            </a:r>
            <a:r>
              <a:rPr lang="en-US" dirty="0" err="1" smtClean="0"/>
              <a:t>vlera</a:t>
            </a:r>
            <a:r>
              <a:rPr lang="en-US" dirty="0" smtClean="0"/>
              <a:t> NULL.</a:t>
            </a:r>
          </a:p>
          <a:p>
            <a:r>
              <a:rPr lang="en-US" dirty="0" err="1" smtClean="0"/>
              <a:t>Kufizimi</a:t>
            </a:r>
            <a:r>
              <a:rPr lang="en-US" dirty="0" smtClean="0"/>
              <a:t> NUK NULL </a:t>
            </a:r>
            <a:r>
              <a:rPr lang="en-US" dirty="0" err="1" smtClean="0"/>
              <a:t>detyron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kolonë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mos</a:t>
            </a:r>
            <a:r>
              <a:rPr lang="en-US" dirty="0" smtClean="0"/>
              <a:t> </a:t>
            </a:r>
            <a:r>
              <a:rPr lang="en-US" dirty="0" err="1" smtClean="0"/>
              <a:t>pranuar</a:t>
            </a:r>
            <a:r>
              <a:rPr lang="en-US" dirty="0" smtClean="0"/>
              <a:t> </a:t>
            </a:r>
            <a:r>
              <a:rPr lang="en-US" dirty="0" err="1" smtClean="0"/>
              <a:t>vlera</a:t>
            </a:r>
            <a:r>
              <a:rPr lang="en-US" dirty="0" smtClean="0"/>
              <a:t> NULL.</a:t>
            </a:r>
          </a:p>
          <a:p>
            <a:r>
              <a:rPr lang="en-US" dirty="0" err="1" smtClean="0"/>
              <a:t>Kjo</a:t>
            </a:r>
            <a:r>
              <a:rPr lang="en-US" dirty="0" smtClean="0"/>
              <a:t> </a:t>
            </a:r>
            <a:r>
              <a:rPr lang="en-US" dirty="0" err="1" smtClean="0"/>
              <a:t>detyron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fushë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përmbajë</a:t>
            </a:r>
            <a:r>
              <a:rPr lang="en-US" dirty="0" smtClean="0"/>
              <a:t> </a:t>
            </a:r>
            <a:r>
              <a:rPr lang="en-US" dirty="0" err="1" smtClean="0"/>
              <a:t>gjithnjë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vlerë</a:t>
            </a:r>
            <a:r>
              <a:rPr lang="en-US" dirty="0" smtClean="0"/>
              <a:t>, </a:t>
            </a:r>
            <a:r>
              <a:rPr lang="en-US" dirty="0" err="1" smtClean="0"/>
              <a:t>që</a:t>
            </a:r>
            <a:r>
              <a:rPr lang="en-US" dirty="0" smtClean="0"/>
              <a:t> do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thotë</a:t>
            </a:r>
            <a:r>
              <a:rPr lang="en-US" dirty="0" smtClean="0"/>
              <a:t> </a:t>
            </a:r>
            <a:r>
              <a:rPr lang="en-US" dirty="0" err="1" smtClean="0"/>
              <a:t>që</a:t>
            </a:r>
            <a:r>
              <a:rPr lang="en-US" dirty="0" smtClean="0"/>
              <a:t> </a:t>
            </a:r>
            <a:r>
              <a:rPr lang="en-US" dirty="0" err="1" smtClean="0"/>
              <a:t>ju</a:t>
            </a:r>
            <a:r>
              <a:rPr lang="en-US" dirty="0" smtClean="0"/>
              <a:t> </a:t>
            </a:r>
            <a:r>
              <a:rPr lang="en-US" dirty="0" err="1" smtClean="0"/>
              <a:t>nuk</a:t>
            </a:r>
            <a:r>
              <a:rPr lang="en-US" dirty="0" smtClean="0"/>
              <a:t> </a:t>
            </a:r>
            <a:r>
              <a:rPr lang="en-US" dirty="0" err="1" smtClean="0"/>
              <a:t>mund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futni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rekord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ri</a:t>
            </a:r>
            <a:r>
              <a:rPr lang="en-US" dirty="0" smtClean="0"/>
              <a:t>, </a:t>
            </a:r>
            <a:r>
              <a:rPr lang="en-US" dirty="0" err="1" smtClean="0"/>
              <a:t>ose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azhurnoni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rekord</a:t>
            </a:r>
            <a:r>
              <a:rPr lang="en-US" dirty="0" smtClean="0"/>
              <a:t> pa </a:t>
            </a:r>
            <a:r>
              <a:rPr lang="en-US" dirty="0" err="1" smtClean="0"/>
              <a:t>shtuar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vlerë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këtë</a:t>
            </a:r>
            <a:r>
              <a:rPr lang="en-US" dirty="0" smtClean="0"/>
              <a:t> </a:t>
            </a:r>
            <a:r>
              <a:rPr lang="en-US" dirty="0" err="1" smtClean="0"/>
              <a:t>fushë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E544A-1298-4CFA-8B70-6F0784284D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65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Kufizimi</a:t>
            </a:r>
            <a:r>
              <a:rPr lang="en-US" dirty="0" smtClean="0"/>
              <a:t> UNIQUE </a:t>
            </a:r>
            <a:r>
              <a:rPr lang="en-US" dirty="0" err="1" smtClean="0"/>
              <a:t>siguron</a:t>
            </a:r>
            <a:r>
              <a:rPr lang="en-US" dirty="0" smtClean="0"/>
              <a:t> </a:t>
            </a:r>
            <a:r>
              <a:rPr lang="en-US" dirty="0" err="1" smtClean="0"/>
              <a:t>që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gjitha</a:t>
            </a:r>
            <a:r>
              <a:rPr lang="en-US" dirty="0" smtClean="0"/>
              <a:t> </a:t>
            </a:r>
            <a:r>
              <a:rPr lang="en-US" dirty="0" err="1" smtClean="0"/>
              <a:t>vlerat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kolonë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jenë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ndryshme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dy</a:t>
            </a:r>
            <a:r>
              <a:rPr lang="en-US" dirty="0" smtClean="0"/>
              <a:t> </a:t>
            </a:r>
            <a:r>
              <a:rPr lang="en-US" dirty="0" err="1" smtClean="0"/>
              <a:t>kufizimet</a:t>
            </a:r>
            <a:r>
              <a:rPr lang="en-US" dirty="0" smtClean="0"/>
              <a:t> UNIQUE </a:t>
            </a:r>
            <a:r>
              <a:rPr lang="en-US" dirty="0" err="1" smtClean="0"/>
              <a:t>dhe</a:t>
            </a:r>
            <a:r>
              <a:rPr lang="en-US" dirty="0" smtClean="0"/>
              <a:t> PRIMARY KEY </a:t>
            </a:r>
            <a:r>
              <a:rPr lang="en-US" dirty="0" err="1" smtClean="0"/>
              <a:t>ofrojnë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garanci</a:t>
            </a:r>
            <a:r>
              <a:rPr lang="en-US" dirty="0" smtClean="0"/>
              <a:t> </a:t>
            </a:r>
            <a:r>
              <a:rPr lang="en-US" dirty="0" err="1" smtClean="0"/>
              <a:t>unike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kolonë</a:t>
            </a:r>
            <a:r>
              <a:rPr lang="en-US" dirty="0" smtClean="0"/>
              <a:t> </a:t>
            </a:r>
            <a:r>
              <a:rPr lang="en-US" dirty="0" err="1" smtClean="0"/>
              <a:t>ose</a:t>
            </a:r>
            <a:r>
              <a:rPr lang="en-US" dirty="0" smtClean="0"/>
              <a:t> </a:t>
            </a:r>
            <a:r>
              <a:rPr lang="en-US" dirty="0" err="1" smtClean="0"/>
              <a:t>grup</a:t>
            </a:r>
            <a:r>
              <a:rPr lang="en-US" dirty="0" smtClean="0"/>
              <a:t> </a:t>
            </a:r>
            <a:r>
              <a:rPr lang="en-US" dirty="0" err="1" smtClean="0"/>
              <a:t>kolonash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kufizim</a:t>
            </a:r>
            <a:r>
              <a:rPr lang="en-US" dirty="0" smtClean="0"/>
              <a:t> PRIMARY KEY </a:t>
            </a:r>
            <a:r>
              <a:rPr lang="en-US" dirty="0" err="1" smtClean="0"/>
              <a:t>ka</a:t>
            </a:r>
            <a:r>
              <a:rPr lang="en-US" dirty="0" smtClean="0"/>
              <a:t> </a:t>
            </a:r>
            <a:r>
              <a:rPr lang="en-US" dirty="0" err="1" smtClean="0"/>
              <a:t>automatikisht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kufizim</a:t>
            </a:r>
            <a:r>
              <a:rPr lang="en-US" dirty="0" smtClean="0"/>
              <a:t> </a:t>
            </a:r>
            <a:r>
              <a:rPr lang="en-US" dirty="0" err="1" smtClean="0"/>
              <a:t>unik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Sidoqoftë</a:t>
            </a:r>
            <a:r>
              <a:rPr lang="en-US" dirty="0" smtClean="0"/>
              <a:t>, </a:t>
            </a:r>
            <a:r>
              <a:rPr lang="en-US" dirty="0" err="1" smtClean="0"/>
              <a:t>mund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keni</a:t>
            </a:r>
            <a:r>
              <a:rPr lang="en-US" dirty="0" smtClean="0"/>
              <a:t> </a:t>
            </a:r>
            <a:r>
              <a:rPr lang="en-US" dirty="0" err="1" smtClean="0"/>
              <a:t>shumë</a:t>
            </a:r>
            <a:r>
              <a:rPr lang="en-US" dirty="0" smtClean="0"/>
              <a:t> </a:t>
            </a:r>
            <a:r>
              <a:rPr lang="en-US" dirty="0" err="1" smtClean="0"/>
              <a:t>kufizime</a:t>
            </a:r>
            <a:r>
              <a:rPr lang="en-US" dirty="0" smtClean="0"/>
              <a:t> UNIQUE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baseline="0" dirty="0" smtClean="0"/>
              <a:t> </a:t>
            </a:r>
            <a:r>
              <a:rPr lang="en-US" dirty="0" err="1" smtClean="0"/>
              <a:t>tabelë</a:t>
            </a:r>
            <a:r>
              <a:rPr lang="en-US" dirty="0" smtClean="0"/>
              <a:t>,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vetëm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kufizim</a:t>
            </a:r>
            <a:r>
              <a:rPr lang="en-US" dirty="0" smtClean="0"/>
              <a:t> PRIMARY</a:t>
            </a:r>
            <a:r>
              <a:rPr lang="en-US" baseline="0" dirty="0" smtClean="0"/>
              <a:t> KEY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baseline="0" dirty="0" smtClean="0"/>
              <a:t> </a:t>
            </a:r>
            <a:r>
              <a:rPr lang="en-US" dirty="0" err="1" smtClean="0"/>
              <a:t>tabelë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E544A-1298-4CFA-8B70-6F0784284D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14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Kufizimi</a:t>
            </a:r>
            <a:r>
              <a:rPr lang="en-US" dirty="0" smtClean="0"/>
              <a:t> PRIMAR KEY </a:t>
            </a:r>
            <a:r>
              <a:rPr lang="en-US" dirty="0" err="1" smtClean="0"/>
              <a:t>identifikon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mënyrë</a:t>
            </a:r>
            <a:r>
              <a:rPr lang="en-US" dirty="0" smtClean="0"/>
              <a:t> </a:t>
            </a:r>
            <a:r>
              <a:rPr lang="en-US" dirty="0" err="1" smtClean="0"/>
              <a:t>unike</a:t>
            </a:r>
            <a:r>
              <a:rPr lang="en-US" dirty="0" smtClean="0"/>
              <a:t> </a:t>
            </a:r>
            <a:r>
              <a:rPr lang="en-US" dirty="0" err="1" smtClean="0"/>
              <a:t>çdo</a:t>
            </a:r>
            <a:r>
              <a:rPr lang="en-US" dirty="0" smtClean="0"/>
              <a:t> </a:t>
            </a:r>
            <a:r>
              <a:rPr lang="en-US" dirty="0" err="1" smtClean="0"/>
              <a:t>rekord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tabelë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Primary</a:t>
            </a:r>
            <a:r>
              <a:rPr lang="en-US" baseline="0" dirty="0" smtClean="0"/>
              <a:t> key </a:t>
            </a:r>
            <a:r>
              <a:rPr lang="en-US" dirty="0" err="1" smtClean="0"/>
              <a:t>duhet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përmbajnë</a:t>
            </a:r>
            <a:r>
              <a:rPr lang="en-US" dirty="0" smtClean="0"/>
              <a:t> </a:t>
            </a:r>
            <a:r>
              <a:rPr lang="en-US" dirty="0" err="1" smtClean="0"/>
              <a:t>vlera</a:t>
            </a:r>
            <a:r>
              <a:rPr lang="en-US" dirty="0" smtClean="0"/>
              <a:t> UNIQUE </a:t>
            </a:r>
            <a:r>
              <a:rPr lang="en-US" dirty="0" err="1" smtClean="0"/>
              <a:t>dhe</a:t>
            </a:r>
            <a:r>
              <a:rPr lang="en-US" dirty="0" smtClean="0"/>
              <a:t> </a:t>
            </a:r>
            <a:r>
              <a:rPr lang="en-US" dirty="0" err="1" smtClean="0"/>
              <a:t>nuk</a:t>
            </a:r>
            <a:r>
              <a:rPr lang="en-US" dirty="0" smtClean="0"/>
              <a:t> </a:t>
            </a:r>
            <a:r>
              <a:rPr lang="en-US" dirty="0" err="1" smtClean="0"/>
              <a:t>mund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përmbajnë</a:t>
            </a:r>
            <a:r>
              <a:rPr lang="en-US" dirty="0" smtClean="0"/>
              <a:t> </a:t>
            </a:r>
            <a:r>
              <a:rPr lang="en-US" dirty="0" err="1" smtClean="0"/>
              <a:t>vlera</a:t>
            </a:r>
            <a:r>
              <a:rPr lang="en-US" dirty="0" smtClean="0"/>
              <a:t> NULL.</a:t>
            </a:r>
          </a:p>
          <a:p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tabelë</a:t>
            </a:r>
            <a:r>
              <a:rPr lang="en-US" dirty="0" smtClean="0"/>
              <a:t> </a:t>
            </a:r>
            <a:r>
              <a:rPr lang="en-US" dirty="0" err="1" smtClean="0"/>
              <a:t>mund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ketë</a:t>
            </a:r>
            <a:r>
              <a:rPr lang="en-US" dirty="0" smtClean="0"/>
              <a:t> </a:t>
            </a:r>
            <a:r>
              <a:rPr lang="en-US" dirty="0" err="1" smtClean="0"/>
              <a:t>vetëm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çelës</a:t>
            </a:r>
            <a:r>
              <a:rPr lang="en-US" dirty="0" smtClean="0"/>
              <a:t> </a:t>
            </a:r>
            <a:r>
              <a:rPr lang="en-US" dirty="0" err="1" smtClean="0"/>
              <a:t>kryesor</a:t>
            </a:r>
            <a:r>
              <a:rPr lang="en-US" dirty="0" smtClean="0"/>
              <a:t>; </a:t>
            </a:r>
            <a:r>
              <a:rPr lang="en-US" dirty="0" err="1" smtClean="0"/>
              <a:t>dhe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tabelë</a:t>
            </a:r>
            <a:r>
              <a:rPr lang="en-US" dirty="0" smtClean="0"/>
              <a:t>, </a:t>
            </a:r>
            <a:r>
              <a:rPr lang="en-US" dirty="0" err="1" smtClean="0"/>
              <a:t>ky</a:t>
            </a:r>
            <a:r>
              <a:rPr lang="en-US" dirty="0" smtClean="0"/>
              <a:t> </a:t>
            </a:r>
            <a:r>
              <a:rPr lang="en-US" dirty="0" err="1" smtClean="0"/>
              <a:t>çelës</a:t>
            </a:r>
            <a:r>
              <a:rPr lang="en-US" dirty="0" smtClean="0"/>
              <a:t> </a:t>
            </a:r>
            <a:r>
              <a:rPr lang="en-US" dirty="0" err="1" smtClean="0"/>
              <a:t>kryesor</a:t>
            </a:r>
            <a:r>
              <a:rPr lang="en-US" dirty="0" smtClean="0"/>
              <a:t> </a:t>
            </a:r>
            <a:r>
              <a:rPr lang="en-US" dirty="0" err="1" smtClean="0"/>
              <a:t>mund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përbëhet</a:t>
            </a:r>
            <a:r>
              <a:rPr lang="en-US" dirty="0" smtClean="0"/>
              <a:t> </a:t>
            </a:r>
            <a:r>
              <a:rPr lang="en-US" dirty="0" err="1" smtClean="0"/>
              <a:t>nga</a:t>
            </a:r>
            <a:r>
              <a:rPr lang="en-US" dirty="0" smtClean="0"/>
              <a:t> </a:t>
            </a:r>
            <a:r>
              <a:rPr lang="en-US" dirty="0" err="1" smtClean="0"/>
              <a:t>kolona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vetme</a:t>
            </a:r>
            <a:r>
              <a:rPr lang="en-US" dirty="0" smtClean="0"/>
              <a:t> </a:t>
            </a:r>
            <a:r>
              <a:rPr lang="en-US" dirty="0" err="1" smtClean="0"/>
              <a:t>ose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shumëfishta</a:t>
            </a:r>
            <a:r>
              <a:rPr lang="en-US" dirty="0" smtClean="0"/>
              <a:t> (</a:t>
            </a:r>
            <a:r>
              <a:rPr lang="en-US" dirty="0" err="1" smtClean="0"/>
              <a:t>fusha</a:t>
            </a:r>
            <a:r>
              <a:rPr lang="en-US" dirty="0" smtClean="0"/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E544A-1298-4CFA-8B70-6F0784284DB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40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FOREIGN</a:t>
            </a:r>
            <a:r>
              <a:rPr lang="en-US" baseline="0" dirty="0" smtClean="0"/>
              <a:t> KEY </a:t>
            </a:r>
            <a:r>
              <a:rPr lang="en-US" dirty="0" err="1" smtClean="0"/>
              <a:t>është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çelës</a:t>
            </a:r>
            <a:r>
              <a:rPr lang="en-US" dirty="0" smtClean="0"/>
              <a:t> </a:t>
            </a:r>
            <a:r>
              <a:rPr lang="en-US" dirty="0" err="1" smtClean="0"/>
              <a:t>që</a:t>
            </a:r>
            <a:r>
              <a:rPr lang="en-US" dirty="0" smtClean="0"/>
              <a:t> </a:t>
            </a:r>
            <a:r>
              <a:rPr lang="en-US" dirty="0" err="1" smtClean="0"/>
              <a:t>përdoret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lidhur</a:t>
            </a:r>
            <a:r>
              <a:rPr lang="en-US" dirty="0" smtClean="0"/>
              <a:t> </a:t>
            </a:r>
            <a:r>
              <a:rPr lang="en-US" dirty="0" err="1" smtClean="0"/>
              <a:t>dy</a:t>
            </a:r>
            <a:r>
              <a:rPr lang="en-US" dirty="0" smtClean="0"/>
              <a:t> </a:t>
            </a:r>
            <a:r>
              <a:rPr lang="en-US" dirty="0" err="1" smtClean="0"/>
              <a:t>tabela</a:t>
            </a:r>
            <a:r>
              <a:rPr lang="en-US" dirty="0" smtClean="0"/>
              <a:t> </a:t>
            </a:r>
            <a:r>
              <a:rPr lang="en-US" dirty="0" err="1" smtClean="0"/>
              <a:t>së</a:t>
            </a:r>
            <a:r>
              <a:rPr lang="en-US" dirty="0" smtClean="0"/>
              <a:t> </a:t>
            </a:r>
            <a:r>
              <a:rPr lang="en-US" dirty="0" err="1" smtClean="0"/>
              <a:t>bashku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FOREIGN KEY </a:t>
            </a:r>
            <a:r>
              <a:rPr lang="en-US" dirty="0" err="1" smtClean="0"/>
              <a:t>është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fushë</a:t>
            </a:r>
            <a:r>
              <a:rPr lang="en-US" dirty="0" smtClean="0"/>
              <a:t> (</a:t>
            </a:r>
            <a:r>
              <a:rPr lang="en-US" dirty="0" err="1" smtClean="0"/>
              <a:t>ose</a:t>
            </a:r>
            <a:r>
              <a:rPr lang="en-US" dirty="0" smtClean="0"/>
              <a:t> </a:t>
            </a:r>
            <a:r>
              <a:rPr lang="en-US" dirty="0" err="1" smtClean="0"/>
              <a:t>koleksion</a:t>
            </a:r>
            <a:r>
              <a:rPr lang="en-US" dirty="0" smtClean="0"/>
              <a:t> </a:t>
            </a:r>
            <a:r>
              <a:rPr lang="en-US" dirty="0" err="1" smtClean="0"/>
              <a:t>fushash</a:t>
            </a:r>
            <a:r>
              <a:rPr lang="en-US" dirty="0" smtClean="0"/>
              <a:t>)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tabelë</a:t>
            </a:r>
            <a:r>
              <a:rPr lang="en-US" dirty="0" smtClean="0"/>
              <a:t> </a:t>
            </a:r>
            <a:r>
              <a:rPr lang="en-US" dirty="0" err="1" smtClean="0"/>
              <a:t>që</a:t>
            </a:r>
            <a:r>
              <a:rPr lang="en-US" dirty="0" smtClean="0"/>
              <a:t> i </a:t>
            </a:r>
            <a:r>
              <a:rPr lang="en-US" dirty="0" err="1" smtClean="0"/>
              <a:t>referohet</a:t>
            </a:r>
            <a:r>
              <a:rPr lang="en-US" dirty="0" smtClean="0"/>
              <a:t> </a:t>
            </a:r>
            <a:r>
              <a:rPr lang="en-US" dirty="0" smtClean="0"/>
              <a:t>PRIMARY</a:t>
            </a:r>
            <a:r>
              <a:rPr lang="en-US" baseline="0" dirty="0" smtClean="0"/>
              <a:t> KEY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tabelë</a:t>
            </a:r>
            <a:r>
              <a:rPr lang="en-US" dirty="0" smtClean="0"/>
              <a:t> </a:t>
            </a:r>
            <a:r>
              <a:rPr lang="en-US" dirty="0" err="1" smtClean="0"/>
              <a:t>tjetër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err="1" smtClean="0"/>
              <a:t>Tabela</a:t>
            </a:r>
            <a:r>
              <a:rPr lang="en-US" dirty="0" smtClean="0"/>
              <a:t> </a:t>
            </a:r>
            <a:r>
              <a:rPr lang="en-US" dirty="0" err="1" smtClean="0"/>
              <a:t>që</a:t>
            </a:r>
            <a:r>
              <a:rPr lang="en-US" dirty="0" smtClean="0"/>
              <a:t> </a:t>
            </a:r>
            <a:r>
              <a:rPr lang="en-US" dirty="0" err="1" smtClean="0"/>
              <a:t>përmban</a:t>
            </a:r>
            <a:r>
              <a:rPr lang="en-US" dirty="0" smtClean="0"/>
              <a:t> </a:t>
            </a:r>
            <a:r>
              <a:rPr lang="en-US" dirty="0" smtClean="0"/>
              <a:t>FOREIGN</a:t>
            </a:r>
            <a:r>
              <a:rPr lang="en-US" baseline="0" dirty="0" smtClean="0"/>
              <a:t> KEY</a:t>
            </a:r>
            <a:r>
              <a:rPr lang="en-US" dirty="0" smtClean="0"/>
              <a:t> </a:t>
            </a:r>
            <a:r>
              <a:rPr lang="en-US" dirty="0" err="1" smtClean="0"/>
              <a:t>quhet</a:t>
            </a:r>
            <a:r>
              <a:rPr lang="en-US" dirty="0" smtClean="0"/>
              <a:t> </a:t>
            </a:r>
            <a:r>
              <a:rPr lang="en-US" dirty="0" err="1" smtClean="0"/>
              <a:t>tabela</a:t>
            </a:r>
            <a:r>
              <a:rPr lang="en-US" dirty="0" smtClean="0"/>
              <a:t> e </a:t>
            </a:r>
            <a:r>
              <a:rPr lang="en-US" dirty="0" err="1" smtClean="0"/>
              <a:t>fëmijëve</a:t>
            </a:r>
            <a:r>
              <a:rPr lang="en-US" dirty="0" smtClean="0"/>
              <a:t>, </a:t>
            </a:r>
            <a:r>
              <a:rPr lang="en-US" dirty="0" err="1" smtClean="0"/>
              <a:t>dhe</a:t>
            </a:r>
            <a:r>
              <a:rPr lang="en-US" dirty="0" smtClean="0"/>
              <a:t> </a:t>
            </a:r>
            <a:r>
              <a:rPr lang="en-US" dirty="0" err="1" smtClean="0"/>
              <a:t>tabela</a:t>
            </a:r>
            <a:r>
              <a:rPr lang="en-US" dirty="0" smtClean="0"/>
              <a:t> </a:t>
            </a:r>
            <a:r>
              <a:rPr lang="en-US" dirty="0" err="1" smtClean="0"/>
              <a:t>që</a:t>
            </a:r>
            <a:r>
              <a:rPr lang="en-US" dirty="0" smtClean="0"/>
              <a:t> </a:t>
            </a:r>
            <a:r>
              <a:rPr lang="en-US" dirty="0" err="1" smtClean="0"/>
              <a:t>përmban</a:t>
            </a:r>
            <a:r>
              <a:rPr lang="en-US" dirty="0" smtClean="0"/>
              <a:t> </a:t>
            </a:r>
            <a:r>
              <a:rPr lang="en-US" dirty="0" smtClean="0"/>
              <a:t>PRIMARY</a:t>
            </a:r>
            <a:r>
              <a:rPr lang="en-US" baseline="0" dirty="0" smtClean="0"/>
              <a:t> KEY</a:t>
            </a:r>
            <a:r>
              <a:rPr lang="en-US" dirty="0" smtClean="0"/>
              <a:t> </a:t>
            </a:r>
            <a:r>
              <a:rPr lang="en-US" dirty="0" err="1" smtClean="0"/>
              <a:t>quhet</a:t>
            </a:r>
            <a:r>
              <a:rPr lang="en-US" dirty="0" smtClean="0"/>
              <a:t> </a:t>
            </a:r>
            <a:r>
              <a:rPr lang="en-US" dirty="0" err="1" smtClean="0"/>
              <a:t>tabela</a:t>
            </a:r>
            <a:r>
              <a:rPr lang="en-US" dirty="0" smtClean="0"/>
              <a:t> e </a:t>
            </a:r>
            <a:r>
              <a:rPr lang="en-US" dirty="0" err="1" smtClean="0"/>
              <a:t>referuar</a:t>
            </a:r>
            <a:r>
              <a:rPr lang="en-US" dirty="0" smtClean="0"/>
              <a:t> </a:t>
            </a:r>
            <a:r>
              <a:rPr lang="en-US" dirty="0" err="1" smtClean="0"/>
              <a:t>ose</a:t>
            </a:r>
            <a:r>
              <a:rPr lang="en-US" dirty="0" smtClean="0"/>
              <a:t> </a:t>
            </a:r>
            <a:r>
              <a:rPr lang="en-US" dirty="0" err="1" smtClean="0"/>
              <a:t>prind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E544A-1298-4CFA-8B70-6F0784284DB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90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Kufizimi</a:t>
            </a:r>
            <a:r>
              <a:rPr lang="en-US" dirty="0" smtClean="0"/>
              <a:t> CHECK </a:t>
            </a:r>
            <a:r>
              <a:rPr lang="en-US" dirty="0" err="1" smtClean="0"/>
              <a:t>përdoret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kufizuar</a:t>
            </a:r>
            <a:r>
              <a:rPr lang="en-US" dirty="0" smtClean="0"/>
              <a:t> </a:t>
            </a:r>
            <a:r>
              <a:rPr lang="en-US" dirty="0" err="1" smtClean="0"/>
              <a:t>gamën</a:t>
            </a:r>
            <a:r>
              <a:rPr lang="en-US" dirty="0" smtClean="0"/>
              <a:t> e </a:t>
            </a:r>
            <a:r>
              <a:rPr lang="en-US" dirty="0" err="1" smtClean="0"/>
              <a:t>vlerës</a:t>
            </a:r>
            <a:r>
              <a:rPr lang="en-US" dirty="0" smtClean="0"/>
              <a:t> </a:t>
            </a:r>
            <a:r>
              <a:rPr lang="en-US" dirty="0" err="1" smtClean="0"/>
              <a:t>që</a:t>
            </a:r>
            <a:r>
              <a:rPr lang="en-US" dirty="0" smtClean="0"/>
              <a:t> </a:t>
            </a:r>
            <a:r>
              <a:rPr lang="en-US" dirty="0" err="1" smtClean="0"/>
              <a:t>mund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vendoset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kolonë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Nëse</a:t>
            </a:r>
            <a:r>
              <a:rPr lang="en-US" dirty="0" smtClean="0"/>
              <a:t> </a:t>
            </a:r>
            <a:r>
              <a:rPr lang="en-US" dirty="0" err="1" smtClean="0"/>
              <a:t>përcaktoni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kufizim</a:t>
            </a:r>
            <a:r>
              <a:rPr lang="en-US" dirty="0" smtClean="0"/>
              <a:t> CHECK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kolonë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vetme</a:t>
            </a:r>
            <a:r>
              <a:rPr lang="en-US" dirty="0" smtClean="0"/>
              <a:t>, </a:t>
            </a:r>
            <a:r>
              <a:rPr lang="en-US" dirty="0" err="1" smtClean="0"/>
              <a:t>ai</a:t>
            </a:r>
            <a:r>
              <a:rPr lang="en-US" dirty="0" smtClean="0"/>
              <a:t> </a:t>
            </a:r>
            <a:r>
              <a:rPr lang="en-US" dirty="0" err="1" smtClean="0"/>
              <a:t>lejon</a:t>
            </a:r>
            <a:r>
              <a:rPr lang="en-US" dirty="0" smtClean="0"/>
              <a:t> </a:t>
            </a:r>
            <a:r>
              <a:rPr lang="en-US" dirty="0" err="1" smtClean="0"/>
              <a:t>vetëm</a:t>
            </a:r>
            <a:r>
              <a:rPr lang="en-US" dirty="0" smtClean="0"/>
              <a:t> </a:t>
            </a:r>
            <a:r>
              <a:rPr lang="en-US" dirty="0" err="1" smtClean="0"/>
              <a:t>vlera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caktuara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këtë</a:t>
            </a:r>
            <a:r>
              <a:rPr lang="en-US" dirty="0" smtClean="0"/>
              <a:t> </a:t>
            </a:r>
            <a:r>
              <a:rPr lang="en-US" dirty="0" err="1" smtClean="0"/>
              <a:t>kolonë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Nëse</a:t>
            </a:r>
            <a:r>
              <a:rPr lang="en-US" dirty="0" smtClean="0"/>
              <a:t> </a:t>
            </a:r>
            <a:r>
              <a:rPr lang="en-US" dirty="0" err="1" smtClean="0"/>
              <a:t>përcaktoni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kufizim</a:t>
            </a:r>
            <a:r>
              <a:rPr lang="en-US" dirty="0" smtClean="0"/>
              <a:t> CHECK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tabelë</a:t>
            </a:r>
            <a:r>
              <a:rPr lang="en-US" dirty="0" smtClean="0"/>
              <a:t>, </a:t>
            </a:r>
            <a:r>
              <a:rPr lang="en-US" dirty="0" err="1" smtClean="0"/>
              <a:t>ai</a:t>
            </a:r>
            <a:r>
              <a:rPr lang="en-US" dirty="0" smtClean="0"/>
              <a:t> </a:t>
            </a:r>
            <a:r>
              <a:rPr lang="en-US" dirty="0" err="1" smtClean="0"/>
              <a:t>mund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kufizojë</a:t>
            </a:r>
            <a:r>
              <a:rPr lang="en-US" dirty="0" smtClean="0"/>
              <a:t> </a:t>
            </a:r>
            <a:r>
              <a:rPr lang="en-US" dirty="0" err="1" smtClean="0"/>
              <a:t>vlerat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kolona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caktuara</a:t>
            </a:r>
            <a:r>
              <a:rPr lang="en-US" dirty="0" smtClean="0"/>
              <a:t> </a:t>
            </a:r>
            <a:r>
              <a:rPr lang="en-US" dirty="0" err="1" smtClean="0"/>
              <a:t>bazuar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vlerat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kolonat</a:t>
            </a:r>
            <a:r>
              <a:rPr lang="en-US" dirty="0" smtClean="0"/>
              <a:t> e </a:t>
            </a:r>
            <a:r>
              <a:rPr lang="en-US" dirty="0" err="1" smtClean="0"/>
              <a:t>tjera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rresht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E544A-1298-4CFA-8B70-6F0784284DB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37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Kufizimi</a:t>
            </a:r>
            <a:r>
              <a:rPr lang="en-US" dirty="0" smtClean="0"/>
              <a:t> DEFAULT </a:t>
            </a:r>
            <a:r>
              <a:rPr lang="en-US" dirty="0" err="1" smtClean="0"/>
              <a:t>përdoret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siguruar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vlerë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paracaktuar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kolonë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err="1" smtClean="0"/>
              <a:t>Vlera</a:t>
            </a:r>
            <a:r>
              <a:rPr lang="en-US" dirty="0" smtClean="0"/>
              <a:t> e </a:t>
            </a:r>
            <a:r>
              <a:rPr lang="en-US" dirty="0" err="1" smtClean="0"/>
              <a:t>paracaktuar</a:t>
            </a:r>
            <a:r>
              <a:rPr lang="en-US" dirty="0" smtClean="0"/>
              <a:t> do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shtohet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gjitha</a:t>
            </a:r>
            <a:r>
              <a:rPr lang="en-US" dirty="0" smtClean="0"/>
              <a:t> </a:t>
            </a:r>
            <a:r>
              <a:rPr lang="en-US" dirty="0" err="1" smtClean="0"/>
              <a:t>regjistrimet</a:t>
            </a:r>
            <a:r>
              <a:rPr lang="en-US" dirty="0" smtClean="0"/>
              <a:t> e </a:t>
            </a:r>
            <a:r>
              <a:rPr lang="en-US" dirty="0" err="1" smtClean="0"/>
              <a:t>reja</a:t>
            </a:r>
            <a:r>
              <a:rPr lang="en-US" dirty="0" smtClean="0"/>
              <a:t> </a:t>
            </a:r>
            <a:r>
              <a:rPr lang="en-US" dirty="0" err="1" smtClean="0"/>
              <a:t>nëse</a:t>
            </a:r>
            <a:r>
              <a:rPr lang="en-US" dirty="0" smtClean="0"/>
              <a:t> </a:t>
            </a:r>
            <a:r>
              <a:rPr lang="en-US" dirty="0" err="1" smtClean="0"/>
              <a:t>nuk</a:t>
            </a:r>
            <a:r>
              <a:rPr lang="en-US" dirty="0" smtClean="0"/>
              <a:t> </a:t>
            </a:r>
            <a:r>
              <a:rPr lang="en-US" dirty="0" err="1" smtClean="0"/>
              <a:t>përcaktohet</a:t>
            </a:r>
            <a:r>
              <a:rPr lang="en-US" dirty="0" smtClean="0"/>
              <a:t> </a:t>
            </a:r>
            <a:r>
              <a:rPr lang="en-US" dirty="0" err="1" smtClean="0"/>
              <a:t>asnjë</a:t>
            </a:r>
            <a:r>
              <a:rPr lang="en-US" dirty="0" smtClean="0"/>
              <a:t> </a:t>
            </a:r>
            <a:r>
              <a:rPr lang="en-US" dirty="0" err="1" smtClean="0"/>
              <a:t>vlerë</a:t>
            </a:r>
            <a:r>
              <a:rPr lang="en-US" dirty="0" smtClean="0"/>
              <a:t> </a:t>
            </a:r>
            <a:r>
              <a:rPr lang="en-US" dirty="0" err="1" smtClean="0"/>
              <a:t>tjetër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E544A-1298-4CFA-8B70-6F0784284DB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92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Deklarata</a:t>
            </a:r>
            <a:r>
              <a:rPr lang="en-US" dirty="0" smtClean="0"/>
              <a:t> CREATE INDEX </a:t>
            </a:r>
            <a:r>
              <a:rPr lang="en-US" dirty="0" err="1" smtClean="0"/>
              <a:t>përdoret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krijuar</a:t>
            </a:r>
            <a:r>
              <a:rPr lang="en-US" dirty="0" smtClean="0"/>
              <a:t> </a:t>
            </a:r>
            <a:r>
              <a:rPr lang="en-US" dirty="0" err="1" smtClean="0"/>
              <a:t>indekse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tabela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Indekset</a:t>
            </a:r>
            <a:r>
              <a:rPr lang="en-US" dirty="0" smtClean="0"/>
              <a:t> </a:t>
            </a:r>
            <a:r>
              <a:rPr lang="en-US" dirty="0" err="1" smtClean="0"/>
              <a:t>përdoren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tërhequr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dhënat</a:t>
            </a:r>
            <a:r>
              <a:rPr lang="en-US" dirty="0" smtClean="0"/>
              <a:t> </a:t>
            </a:r>
            <a:r>
              <a:rPr lang="en-US" dirty="0" err="1" smtClean="0"/>
              <a:t>nga</a:t>
            </a:r>
            <a:r>
              <a:rPr lang="en-US" dirty="0" smtClean="0"/>
              <a:t> </a:t>
            </a:r>
            <a:r>
              <a:rPr lang="en-US" dirty="0" err="1" smtClean="0"/>
              <a:t>baza</a:t>
            </a:r>
            <a:r>
              <a:rPr lang="en-US" dirty="0" smtClean="0"/>
              <a:t> e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dhënave</a:t>
            </a:r>
            <a:r>
              <a:rPr lang="en-US" dirty="0" smtClean="0"/>
              <a:t> </a:t>
            </a:r>
            <a:r>
              <a:rPr lang="en-US" dirty="0" err="1" smtClean="0"/>
              <a:t>më</a:t>
            </a:r>
            <a:r>
              <a:rPr lang="en-US" dirty="0" smtClean="0"/>
              <a:t> </a:t>
            </a:r>
            <a:r>
              <a:rPr lang="en-US" dirty="0" err="1" smtClean="0"/>
              <a:t>shpejt</a:t>
            </a:r>
            <a:r>
              <a:rPr lang="en-US" dirty="0" smtClean="0"/>
              <a:t> </a:t>
            </a:r>
            <a:r>
              <a:rPr lang="en-US" dirty="0" err="1" smtClean="0"/>
              <a:t>sesa</a:t>
            </a:r>
            <a:r>
              <a:rPr lang="en-US" dirty="0" smtClean="0"/>
              <a:t> </a:t>
            </a:r>
            <a:r>
              <a:rPr lang="en-US" dirty="0" err="1" smtClean="0"/>
              <a:t>ndryshe</a:t>
            </a:r>
            <a:r>
              <a:rPr lang="en-US" dirty="0" smtClean="0"/>
              <a:t>. </a:t>
            </a:r>
            <a:r>
              <a:rPr lang="en-US" dirty="0" err="1" smtClean="0"/>
              <a:t>Përdoruesit</a:t>
            </a:r>
            <a:r>
              <a:rPr lang="en-US" dirty="0" smtClean="0"/>
              <a:t> </a:t>
            </a:r>
            <a:r>
              <a:rPr lang="en-US" dirty="0" err="1" smtClean="0"/>
              <a:t>nuk</a:t>
            </a:r>
            <a:r>
              <a:rPr lang="en-US" dirty="0" smtClean="0"/>
              <a:t> </a:t>
            </a:r>
            <a:r>
              <a:rPr lang="en-US" dirty="0" err="1" smtClean="0"/>
              <a:t>mund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shohin</a:t>
            </a:r>
            <a:r>
              <a:rPr lang="en-US" dirty="0" smtClean="0"/>
              <a:t> </a:t>
            </a:r>
            <a:r>
              <a:rPr lang="en-US" dirty="0" err="1" smtClean="0"/>
              <a:t>indekset</a:t>
            </a:r>
            <a:r>
              <a:rPr lang="en-US" dirty="0" smtClean="0"/>
              <a:t>, </a:t>
            </a:r>
            <a:r>
              <a:rPr lang="en-US" dirty="0" err="1" smtClean="0"/>
              <a:t>ato</a:t>
            </a:r>
            <a:r>
              <a:rPr lang="en-US" dirty="0" smtClean="0"/>
              <a:t> </a:t>
            </a:r>
            <a:r>
              <a:rPr lang="en-US" dirty="0" err="1" smtClean="0"/>
              <a:t>thjesht</a:t>
            </a:r>
            <a:r>
              <a:rPr lang="en-US" dirty="0" smtClean="0"/>
              <a:t> </a:t>
            </a:r>
            <a:r>
              <a:rPr lang="en-US" dirty="0" err="1" smtClean="0"/>
              <a:t>përdoren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shpejtuar</a:t>
            </a:r>
            <a:r>
              <a:rPr lang="en-US" dirty="0" smtClean="0"/>
              <a:t> </a:t>
            </a:r>
            <a:r>
              <a:rPr lang="en-US" dirty="0" err="1" smtClean="0"/>
              <a:t>kërkimet</a:t>
            </a:r>
            <a:r>
              <a:rPr lang="en-US" dirty="0" smtClean="0"/>
              <a:t> / </a:t>
            </a:r>
            <a:r>
              <a:rPr lang="en-US" dirty="0" err="1" smtClean="0"/>
              <a:t>pyetjet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E544A-1298-4CFA-8B70-6F0784284DB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14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223-C13B-447A-B27E-DBAD249F777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D29F-0A3B-49C8-BAFC-51C685A1728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223-C13B-447A-B27E-DBAD249F777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D29F-0A3B-49C8-BAFC-51C685A172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223-C13B-447A-B27E-DBAD249F777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D29F-0A3B-49C8-BAFC-51C685A1728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223-C13B-447A-B27E-DBAD249F777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D29F-0A3B-49C8-BAFC-51C685A172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223-C13B-447A-B27E-DBAD249F777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D29F-0A3B-49C8-BAFC-51C685A172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223-C13B-447A-B27E-DBAD249F777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D29F-0A3B-49C8-BAFC-51C685A172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223-C13B-447A-B27E-DBAD249F777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D29F-0A3B-49C8-BAFC-51C685A172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223-C13B-447A-B27E-DBAD249F777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D29F-0A3B-49C8-BAFC-51C685A172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223-C13B-447A-B27E-DBAD249F777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E7DD29F-0A3B-49C8-BAFC-51C685A1728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223-C13B-447A-B27E-DBAD249F777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D29F-0A3B-49C8-BAFC-51C685A172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223-C13B-447A-B27E-DBAD249F777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D29F-0A3B-49C8-BAFC-51C685A172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2BAE223-C13B-447A-B27E-DBAD249F7778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E7DD29F-0A3B-49C8-BAFC-51C685A1728C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SQL </a:t>
            </a:r>
            <a:r>
              <a:rPr lang="en-US" sz="6000" dirty="0" smtClean="0"/>
              <a:t>Constrains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825154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Constrains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NOT NULL </a:t>
            </a:r>
          </a:p>
          <a:p>
            <a:r>
              <a:rPr lang="en-US" dirty="0" smtClean="0"/>
              <a:t>UNIQUE </a:t>
            </a:r>
          </a:p>
          <a:p>
            <a:r>
              <a:rPr lang="en-US" dirty="0" smtClean="0"/>
              <a:t>PRIMARY KEY </a:t>
            </a:r>
          </a:p>
          <a:p>
            <a:r>
              <a:rPr lang="en-US" dirty="0" smtClean="0"/>
              <a:t>FOREIGN KEY</a:t>
            </a:r>
          </a:p>
          <a:p>
            <a:r>
              <a:rPr lang="en-US" dirty="0" smtClean="0"/>
              <a:t>CHECK </a:t>
            </a:r>
            <a:endParaRPr lang="en-US" dirty="0"/>
          </a:p>
          <a:p>
            <a:r>
              <a:rPr lang="en-US" dirty="0" smtClean="0"/>
              <a:t>DEFAULT </a:t>
            </a:r>
          </a:p>
          <a:p>
            <a:r>
              <a:rPr lang="en-US" dirty="0" smtClean="0"/>
              <a:t>INDEX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51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 NULL -Constraint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CREATE </a:t>
            </a:r>
            <a:r>
              <a:rPr lang="en-US" dirty="0"/>
              <a:t>TABLE student (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smtClean="0"/>
              <a:t>Sid </a:t>
            </a:r>
            <a:r>
              <a:rPr lang="en-US" dirty="0" err="1"/>
              <a:t>int</a:t>
            </a:r>
            <a:r>
              <a:rPr lang="en-US" dirty="0"/>
              <a:t>(10) NOT NULL,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Emri</a:t>
            </a:r>
            <a:r>
              <a:rPr lang="en-US" dirty="0"/>
              <a:t> </a:t>
            </a:r>
            <a:r>
              <a:rPr lang="en-US" dirty="0" err="1"/>
              <a:t>varchar</a:t>
            </a:r>
            <a:r>
              <a:rPr lang="en-US" dirty="0"/>
              <a:t>(30) NOT NULL,</a:t>
            </a:r>
          </a:p>
          <a:p>
            <a:pPr marL="0" indent="0">
              <a:buNone/>
            </a:pPr>
            <a:r>
              <a:rPr lang="en-US" dirty="0"/>
              <a:t>  		</a:t>
            </a:r>
            <a:r>
              <a:rPr lang="en-US" dirty="0" err="1"/>
              <a:t>Mbiemri</a:t>
            </a:r>
            <a:r>
              <a:rPr lang="en-US" dirty="0"/>
              <a:t> </a:t>
            </a:r>
            <a:r>
              <a:rPr lang="en-US" dirty="0" err="1"/>
              <a:t>varchar</a:t>
            </a:r>
            <a:r>
              <a:rPr lang="en-US" dirty="0"/>
              <a:t>(30) NOT NULL,</a:t>
            </a:r>
          </a:p>
          <a:p>
            <a:pPr marL="0" indent="0">
              <a:buNone/>
            </a:pPr>
            <a:r>
              <a:rPr lang="en-US" dirty="0"/>
              <a:t>  		</a:t>
            </a:r>
            <a:r>
              <a:rPr lang="en-US" dirty="0" err="1"/>
              <a:t>Mosha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Email </a:t>
            </a:r>
            <a:r>
              <a:rPr lang="en-US" dirty="0" err="1"/>
              <a:t>varchar</a:t>
            </a:r>
            <a:r>
              <a:rPr lang="en-US" dirty="0"/>
              <a:t>(30)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ALTER TABLE student</a:t>
            </a:r>
          </a:p>
          <a:p>
            <a:pPr marL="0" indent="0">
              <a:buNone/>
            </a:pPr>
            <a:r>
              <a:rPr lang="en-US" dirty="0" smtClean="0"/>
              <a:t>	MODIFY </a:t>
            </a:r>
            <a:r>
              <a:rPr lang="en-US" dirty="0"/>
              <a:t>Email </a:t>
            </a:r>
            <a:r>
              <a:rPr lang="en-US" dirty="0" err="1"/>
              <a:t>varchar</a:t>
            </a:r>
            <a:r>
              <a:rPr lang="en-US" dirty="0"/>
              <a:t>(30) NOT NULL;</a:t>
            </a:r>
          </a:p>
        </p:txBody>
      </p:sp>
    </p:spTree>
    <p:extLst>
      <p:ext uri="{BB962C8B-B14F-4D97-AF65-F5344CB8AC3E}">
        <p14:creationId xmlns:p14="http://schemas.microsoft.com/office/powerpoint/2010/main" val="2476028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UNIQUE -Constraint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CREATE TABLE student (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smtClean="0"/>
              <a:t>Sid </a:t>
            </a:r>
            <a:r>
              <a:rPr lang="en-US" dirty="0" err="1"/>
              <a:t>int</a:t>
            </a:r>
            <a:r>
              <a:rPr lang="en-US" dirty="0"/>
              <a:t>(10) NOT NULL,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Emri</a:t>
            </a:r>
            <a:r>
              <a:rPr lang="en-US" dirty="0"/>
              <a:t> </a:t>
            </a:r>
            <a:r>
              <a:rPr lang="en-US" dirty="0" err="1"/>
              <a:t>varchar</a:t>
            </a:r>
            <a:r>
              <a:rPr lang="en-US" dirty="0"/>
              <a:t>(30) NOT NULL,</a:t>
            </a:r>
          </a:p>
          <a:p>
            <a:pPr marL="0" indent="0">
              <a:buNone/>
            </a:pPr>
            <a:r>
              <a:rPr lang="en-US" dirty="0"/>
              <a:t>  		</a:t>
            </a:r>
            <a:r>
              <a:rPr lang="en-US" dirty="0" err="1"/>
              <a:t>Mbiemri</a:t>
            </a:r>
            <a:r>
              <a:rPr lang="en-US" dirty="0"/>
              <a:t> </a:t>
            </a:r>
            <a:r>
              <a:rPr lang="en-US" dirty="0" err="1"/>
              <a:t>varchar</a:t>
            </a:r>
            <a:r>
              <a:rPr lang="en-US" dirty="0"/>
              <a:t>(30) NOT NULL,</a:t>
            </a:r>
          </a:p>
          <a:p>
            <a:pPr marL="0" indent="0">
              <a:buNone/>
            </a:pPr>
            <a:r>
              <a:rPr lang="en-US" dirty="0"/>
              <a:t>  		</a:t>
            </a:r>
            <a:r>
              <a:rPr lang="en-US" dirty="0" err="1"/>
              <a:t>Mosha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Email </a:t>
            </a:r>
            <a:r>
              <a:rPr lang="en-US" dirty="0" err="1"/>
              <a:t>varchar</a:t>
            </a:r>
            <a:r>
              <a:rPr lang="en-US" dirty="0"/>
              <a:t>(30),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UNIQUE </a:t>
            </a:r>
            <a:r>
              <a:rPr lang="en-US" dirty="0"/>
              <a:t>(Id)</a:t>
            </a:r>
          </a:p>
          <a:p>
            <a:pPr marL="0" indent="0">
              <a:buNone/>
            </a:pPr>
            <a:r>
              <a:rPr lang="en-US" dirty="0"/>
              <a:t>		);</a:t>
            </a:r>
          </a:p>
        </p:txBody>
      </p:sp>
    </p:spTree>
    <p:extLst>
      <p:ext uri="{BB962C8B-B14F-4D97-AF65-F5344CB8AC3E}">
        <p14:creationId xmlns:p14="http://schemas.microsoft.com/office/powerpoint/2010/main" val="19793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Vazhdim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	CREATE TABLE </a:t>
            </a:r>
            <a:r>
              <a:rPr lang="en-US" dirty="0" smtClean="0"/>
              <a:t>student(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Sid </a:t>
            </a:r>
            <a:r>
              <a:rPr lang="en-US" dirty="0" err="1"/>
              <a:t>int</a:t>
            </a:r>
            <a:r>
              <a:rPr lang="en-US" dirty="0"/>
              <a:t>(10) NOT NULL,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Emri</a:t>
            </a:r>
            <a:r>
              <a:rPr lang="en-US" dirty="0"/>
              <a:t> </a:t>
            </a:r>
            <a:r>
              <a:rPr lang="en-US" dirty="0" err="1"/>
              <a:t>varchar</a:t>
            </a:r>
            <a:r>
              <a:rPr lang="en-US" dirty="0"/>
              <a:t>(30) NOT NULL,</a:t>
            </a:r>
          </a:p>
          <a:p>
            <a:pPr marL="0" indent="0">
              <a:buNone/>
            </a:pPr>
            <a:r>
              <a:rPr lang="en-US" dirty="0"/>
              <a:t>  		</a:t>
            </a:r>
            <a:r>
              <a:rPr lang="en-US" dirty="0" err="1"/>
              <a:t>Mbiemri</a:t>
            </a:r>
            <a:r>
              <a:rPr lang="en-US" dirty="0"/>
              <a:t> </a:t>
            </a:r>
            <a:r>
              <a:rPr lang="en-US" dirty="0" err="1"/>
              <a:t>varchar</a:t>
            </a:r>
            <a:r>
              <a:rPr lang="en-US" dirty="0"/>
              <a:t>(30) NOT NULL,</a:t>
            </a:r>
          </a:p>
          <a:p>
            <a:pPr marL="0" indent="0">
              <a:buNone/>
            </a:pPr>
            <a:r>
              <a:rPr lang="en-US" dirty="0"/>
              <a:t>  		</a:t>
            </a:r>
            <a:r>
              <a:rPr lang="en-US" dirty="0" err="1"/>
              <a:t>Mosha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Email </a:t>
            </a:r>
            <a:r>
              <a:rPr lang="en-US" dirty="0" err="1"/>
              <a:t>varchar</a:t>
            </a:r>
            <a:r>
              <a:rPr lang="en-US" dirty="0"/>
              <a:t>(30),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UNIQUE </a:t>
            </a:r>
            <a:r>
              <a:rPr lang="en-US" dirty="0" err="1" smtClean="0"/>
              <a:t>UC_student</a:t>
            </a:r>
            <a:r>
              <a:rPr lang="en-US" dirty="0" smtClean="0"/>
              <a:t> </a:t>
            </a:r>
            <a:r>
              <a:rPr lang="en-US" dirty="0"/>
              <a:t>(Sid, </a:t>
            </a:r>
            <a:r>
              <a:rPr lang="en-US" dirty="0" err="1"/>
              <a:t>Emri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	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617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PRIMARY KEY -Constraint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CREATE TABLE </a:t>
            </a:r>
            <a:r>
              <a:rPr lang="en-US" dirty="0" smtClean="0"/>
              <a:t>student 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		Sid </a:t>
            </a:r>
            <a:r>
              <a:rPr lang="en-US" dirty="0" err="1"/>
              <a:t>int</a:t>
            </a:r>
            <a:r>
              <a:rPr lang="en-US" dirty="0"/>
              <a:t>(10) NOT NULL,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Emri</a:t>
            </a:r>
            <a:r>
              <a:rPr lang="en-US" dirty="0"/>
              <a:t> </a:t>
            </a:r>
            <a:r>
              <a:rPr lang="en-US" dirty="0" err="1"/>
              <a:t>varchar</a:t>
            </a:r>
            <a:r>
              <a:rPr lang="en-US" dirty="0"/>
              <a:t>(30) NOT NULL,</a:t>
            </a:r>
          </a:p>
          <a:p>
            <a:pPr marL="0" indent="0">
              <a:buNone/>
            </a:pPr>
            <a:r>
              <a:rPr lang="en-US" dirty="0"/>
              <a:t>  		</a:t>
            </a:r>
            <a:r>
              <a:rPr lang="en-US" dirty="0" err="1"/>
              <a:t>Mbiemri</a:t>
            </a:r>
            <a:r>
              <a:rPr lang="en-US" dirty="0"/>
              <a:t> </a:t>
            </a:r>
            <a:r>
              <a:rPr lang="en-US" dirty="0" err="1"/>
              <a:t>varchar</a:t>
            </a:r>
            <a:r>
              <a:rPr lang="en-US" dirty="0"/>
              <a:t>(30) NOT NULL,</a:t>
            </a:r>
          </a:p>
          <a:p>
            <a:pPr marL="0" indent="0">
              <a:buNone/>
            </a:pPr>
            <a:r>
              <a:rPr lang="en-US" dirty="0"/>
              <a:t>  		</a:t>
            </a:r>
            <a:r>
              <a:rPr lang="en-US" dirty="0" err="1"/>
              <a:t>Mosha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Email </a:t>
            </a:r>
            <a:r>
              <a:rPr lang="en-US" dirty="0" err="1"/>
              <a:t>varchar</a:t>
            </a:r>
            <a:r>
              <a:rPr lang="en-US" dirty="0"/>
              <a:t>(30),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PRIMARY </a:t>
            </a:r>
            <a:r>
              <a:rPr lang="en-US" dirty="0"/>
              <a:t>KEY(Sid)</a:t>
            </a:r>
          </a:p>
          <a:p>
            <a:pPr marL="0" indent="0">
              <a:buNone/>
            </a:pPr>
            <a:r>
              <a:rPr lang="en-US" dirty="0"/>
              <a:t>		);</a:t>
            </a:r>
          </a:p>
        </p:txBody>
      </p:sp>
    </p:spTree>
    <p:extLst>
      <p:ext uri="{BB962C8B-B14F-4D97-AF65-F5344CB8AC3E}">
        <p14:creationId xmlns:p14="http://schemas.microsoft.com/office/powerpoint/2010/main" val="927761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Vazhdim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CREATE TABLE </a:t>
            </a:r>
            <a:r>
              <a:rPr lang="en-US" dirty="0" smtClean="0"/>
              <a:t>student 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		Sid </a:t>
            </a:r>
            <a:r>
              <a:rPr lang="en-US" dirty="0" err="1"/>
              <a:t>int</a:t>
            </a:r>
            <a:r>
              <a:rPr lang="en-US" dirty="0"/>
              <a:t>(10) NOT NULL,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Emri</a:t>
            </a:r>
            <a:r>
              <a:rPr lang="en-US" dirty="0"/>
              <a:t> </a:t>
            </a:r>
            <a:r>
              <a:rPr lang="en-US" dirty="0" err="1"/>
              <a:t>varchar</a:t>
            </a:r>
            <a:r>
              <a:rPr lang="en-US" dirty="0"/>
              <a:t>(30) NOT NULL,</a:t>
            </a:r>
          </a:p>
          <a:p>
            <a:pPr marL="0" indent="0">
              <a:buNone/>
            </a:pPr>
            <a:r>
              <a:rPr lang="en-US" dirty="0"/>
              <a:t>  		</a:t>
            </a:r>
            <a:r>
              <a:rPr lang="en-US" dirty="0" err="1"/>
              <a:t>Mbiemri</a:t>
            </a:r>
            <a:r>
              <a:rPr lang="en-US" dirty="0"/>
              <a:t> </a:t>
            </a:r>
            <a:r>
              <a:rPr lang="en-US" dirty="0" err="1"/>
              <a:t>varchar</a:t>
            </a:r>
            <a:r>
              <a:rPr lang="en-US" dirty="0"/>
              <a:t>(30) NOT NULL,</a:t>
            </a:r>
          </a:p>
          <a:p>
            <a:pPr marL="0" indent="0">
              <a:buNone/>
            </a:pPr>
            <a:r>
              <a:rPr lang="en-US" dirty="0"/>
              <a:t>  		</a:t>
            </a:r>
            <a:r>
              <a:rPr lang="en-US" dirty="0" err="1"/>
              <a:t>Mosha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Email </a:t>
            </a:r>
            <a:r>
              <a:rPr lang="en-US" dirty="0" err="1"/>
              <a:t>varchar</a:t>
            </a:r>
            <a:r>
              <a:rPr lang="en-US" dirty="0"/>
              <a:t>(30),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PRIMARY </a:t>
            </a:r>
            <a:r>
              <a:rPr lang="en-US" dirty="0"/>
              <a:t>KEY </a:t>
            </a:r>
            <a:r>
              <a:rPr lang="en-US" dirty="0" err="1" smtClean="0"/>
              <a:t>PK_student</a:t>
            </a:r>
            <a:r>
              <a:rPr lang="en-US" dirty="0" smtClean="0"/>
              <a:t> (Sid</a:t>
            </a:r>
            <a:r>
              <a:rPr lang="en-US" dirty="0"/>
              <a:t>, </a:t>
            </a:r>
            <a:r>
              <a:rPr lang="en-US" dirty="0" err="1"/>
              <a:t>Emri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	);</a:t>
            </a:r>
          </a:p>
        </p:txBody>
      </p:sp>
    </p:spTree>
    <p:extLst>
      <p:ext uri="{BB962C8B-B14F-4D97-AF65-F5344CB8AC3E}">
        <p14:creationId xmlns:p14="http://schemas.microsoft.com/office/powerpoint/2010/main" val="224850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Vazhdim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ALTER </a:t>
            </a:r>
            <a:r>
              <a:rPr lang="en-US" dirty="0"/>
              <a:t>TABLE student</a:t>
            </a:r>
          </a:p>
          <a:p>
            <a:pPr marL="0" indent="0">
              <a:buNone/>
            </a:pPr>
            <a:r>
              <a:rPr lang="en-US" dirty="0" smtClean="0"/>
              <a:t>	ADD </a:t>
            </a:r>
            <a:r>
              <a:rPr lang="en-US" dirty="0"/>
              <a:t>PRIMARY KEY (id);	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ALTER </a:t>
            </a:r>
            <a:r>
              <a:rPr lang="en-US" dirty="0"/>
              <a:t>TABLE student</a:t>
            </a:r>
          </a:p>
          <a:p>
            <a:pPr marL="0" indent="0">
              <a:buNone/>
            </a:pPr>
            <a:r>
              <a:rPr lang="en-US" dirty="0" smtClean="0"/>
              <a:t>	DROP </a:t>
            </a:r>
            <a:r>
              <a:rPr lang="en-US" dirty="0"/>
              <a:t>PRIMARY KEY;</a:t>
            </a:r>
          </a:p>
        </p:txBody>
      </p:sp>
    </p:spTree>
    <p:extLst>
      <p:ext uri="{BB962C8B-B14F-4D97-AF65-F5344CB8AC3E}">
        <p14:creationId xmlns:p14="http://schemas.microsoft.com/office/powerpoint/2010/main" val="3077966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FOREIGN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CREATE TABLE </a:t>
            </a:r>
            <a:r>
              <a:rPr lang="en-US" dirty="0" smtClean="0"/>
              <a:t>student(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Sid </a:t>
            </a:r>
            <a:r>
              <a:rPr lang="en-US" dirty="0" err="1"/>
              <a:t>int</a:t>
            </a:r>
            <a:r>
              <a:rPr lang="en-US" dirty="0"/>
              <a:t>(10) NOT NULL,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Emri</a:t>
            </a:r>
            <a:r>
              <a:rPr lang="en-US" dirty="0"/>
              <a:t> </a:t>
            </a:r>
            <a:r>
              <a:rPr lang="en-US" dirty="0" err="1"/>
              <a:t>varchar</a:t>
            </a:r>
            <a:r>
              <a:rPr lang="en-US" dirty="0"/>
              <a:t>(30) NOT NULL,</a:t>
            </a:r>
          </a:p>
          <a:p>
            <a:pPr marL="0" indent="0">
              <a:buNone/>
            </a:pPr>
            <a:r>
              <a:rPr lang="en-US" dirty="0"/>
              <a:t>  		</a:t>
            </a:r>
            <a:r>
              <a:rPr lang="en-US" dirty="0" err="1"/>
              <a:t>Mbiemri</a:t>
            </a:r>
            <a:r>
              <a:rPr lang="en-US" dirty="0"/>
              <a:t> </a:t>
            </a:r>
            <a:r>
              <a:rPr lang="en-US" dirty="0" err="1"/>
              <a:t>varchar</a:t>
            </a:r>
            <a:r>
              <a:rPr lang="en-US" dirty="0"/>
              <a:t>(30) NOT NULL,</a:t>
            </a:r>
          </a:p>
          <a:p>
            <a:pPr marL="0" indent="0">
              <a:buNone/>
            </a:pPr>
            <a:r>
              <a:rPr lang="en-US" dirty="0"/>
              <a:t>  		</a:t>
            </a:r>
            <a:r>
              <a:rPr lang="en-US" dirty="0" err="1"/>
              <a:t>Mosha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Email </a:t>
            </a:r>
            <a:r>
              <a:rPr lang="en-US" dirty="0"/>
              <a:t>varchar(30),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Kid 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PRIMARY </a:t>
            </a:r>
            <a:r>
              <a:rPr lang="en-US" dirty="0"/>
              <a:t>KEY(Sid),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FOREIGN </a:t>
            </a:r>
            <a:r>
              <a:rPr lang="en-US" dirty="0"/>
              <a:t>KEY </a:t>
            </a:r>
            <a:r>
              <a:rPr lang="en-US" dirty="0" smtClean="0"/>
              <a:t>(</a:t>
            </a:r>
            <a:r>
              <a:rPr lang="en-US" dirty="0"/>
              <a:t>K</a:t>
            </a:r>
            <a:r>
              <a:rPr lang="en-US" dirty="0" smtClean="0"/>
              <a:t>id</a:t>
            </a:r>
            <a:r>
              <a:rPr lang="en-US" dirty="0"/>
              <a:t>) REFERENCES </a:t>
            </a:r>
            <a:r>
              <a:rPr lang="en-US" dirty="0" err="1" smtClean="0"/>
              <a:t>kursi</a:t>
            </a:r>
            <a:r>
              <a:rPr lang="en-US" dirty="0" smtClean="0"/>
              <a:t>(Kid)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);</a:t>
            </a:r>
          </a:p>
        </p:txBody>
      </p:sp>
    </p:spTree>
    <p:extLst>
      <p:ext uri="{BB962C8B-B14F-4D97-AF65-F5344CB8AC3E}">
        <p14:creationId xmlns:p14="http://schemas.microsoft.com/office/powerpoint/2010/main" val="1708830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Vazhdim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ALTER TABLE student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ADD </a:t>
            </a:r>
            <a:r>
              <a:rPr lang="en-US" dirty="0"/>
              <a:t>FOREIGN </a:t>
            </a:r>
            <a:r>
              <a:rPr lang="en-US" dirty="0" smtClean="0"/>
              <a:t>KEY(kid</a:t>
            </a:r>
            <a:r>
              <a:rPr lang="en-US" dirty="0"/>
              <a:t>) REFERENCES </a:t>
            </a:r>
            <a:r>
              <a:rPr lang="en-US" dirty="0" err="1" smtClean="0"/>
              <a:t>kursi</a:t>
            </a:r>
            <a:r>
              <a:rPr lang="en-US" dirty="0" smtClean="0"/>
              <a:t>(</a:t>
            </a:r>
            <a:r>
              <a:rPr lang="en-US" dirty="0"/>
              <a:t>k</a:t>
            </a:r>
            <a:r>
              <a:rPr lang="en-US" dirty="0" smtClean="0"/>
              <a:t>id);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CREATE TABLE </a:t>
            </a:r>
            <a:r>
              <a:rPr lang="en-US" dirty="0" err="1"/>
              <a:t>ndjek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      </a:t>
            </a:r>
            <a:r>
              <a:rPr lang="en-US" dirty="0" err="1" smtClean="0"/>
              <a:t>sid</a:t>
            </a:r>
            <a:r>
              <a:rPr lang="en-US" dirty="0" smtClean="0"/>
              <a:t> </a:t>
            </a:r>
            <a:r>
              <a:rPr lang="en-US" dirty="0" err="1"/>
              <a:t>int</a:t>
            </a:r>
            <a:r>
              <a:rPr lang="en-US" dirty="0"/>
              <a:t>(10),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	      kid </a:t>
            </a:r>
            <a:r>
              <a:rPr lang="en-US" dirty="0" err="1"/>
              <a:t>int</a:t>
            </a:r>
            <a:r>
              <a:rPr lang="en-US" dirty="0"/>
              <a:t>(10),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smtClean="0"/>
              <a:t>    	      PRIMARY </a:t>
            </a:r>
            <a:r>
              <a:rPr lang="en-US" dirty="0"/>
              <a:t>KEY(</a:t>
            </a:r>
            <a:r>
              <a:rPr lang="en-US" dirty="0" err="1"/>
              <a:t>sid</a:t>
            </a:r>
            <a:r>
              <a:rPr lang="en-US" dirty="0"/>
              <a:t>, kid),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	      FOREIGN </a:t>
            </a:r>
            <a:r>
              <a:rPr lang="en-US" dirty="0"/>
              <a:t>KEY (</a:t>
            </a:r>
            <a:r>
              <a:rPr lang="en-US" dirty="0" err="1"/>
              <a:t>sid</a:t>
            </a:r>
            <a:r>
              <a:rPr lang="en-US" dirty="0"/>
              <a:t>) REFERENCES student(</a:t>
            </a:r>
            <a:r>
              <a:rPr lang="en-US" dirty="0" err="1"/>
              <a:t>sid</a:t>
            </a:r>
            <a:r>
              <a:rPr lang="en-US" dirty="0"/>
              <a:t>),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smtClean="0"/>
              <a:t>	</a:t>
            </a:r>
            <a:r>
              <a:rPr lang="en-US" dirty="0"/>
              <a:t> </a:t>
            </a:r>
            <a:r>
              <a:rPr lang="en-US" dirty="0" smtClean="0"/>
              <a:t>     FOREIGN </a:t>
            </a:r>
            <a:r>
              <a:rPr lang="en-US" dirty="0"/>
              <a:t>KEY (kid) REFERENCES </a:t>
            </a:r>
            <a:r>
              <a:rPr lang="en-US" dirty="0" err="1"/>
              <a:t>kursi</a:t>
            </a:r>
            <a:r>
              <a:rPr lang="en-US" dirty="0"/>
              <a:t>(kid)  </a:t>
            </a:r>
          </a:p>
          <a:p>
            <a:pPr marL="0" indent="0">
              <a:buNone/>
            </a:pPr>
            <a:r>
              <a:rPr lang="en-US" dirty="0" smtClean="0"/>
              <a:t>	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344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/>
          <a:lstStyle/>
          <a:p>
            <a:r>
              <a:rPr lang="en-US" dirty="0" smtClean="0"/>
              <a:t>CHECK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CREATE TABLE </a:t>
            </a:r>
            <a:r>
              <a:rPr lang="en-US" dirty="0" smtClean="0"/>
              <a:t>student(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Sid </a:t>
            </a:r>
            <a:r>
              <a:rPr lang="en-US" dirty="0" err="1"/>
              <a:t>int</a:t>
            </a:r>
            <a:r>
              <a:rPr lang="en-US" dirty="0"/>
              <a:t>(10) NOT NULL,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Emri</a:t>
            </a:r>
            <a:r>
              <a:rPr lang="en-US" dirty="0"/>
              <a:t> varchar(30) NOT NULL,</a:t>
            </a:r>
          </a:p>
          <a:p>
            <a:pPr marL="0" indent="0">
              <a:buNone/>
            </a:pPr>
            <a:r>
              <a:rPr lang="en-US" dirty="0"/>
              <a:t>  		</a:t>
            </a:r>
            <a:r>
              <a:rPr lang="en-US" dirty="0" err="1"/>
              <a:t>Mbiemri</a:t>
            </a:r>
            <a:r>
              <a:rPr lang="en-US" dirty="0"/>
              <a:t> varchar(30) NOT NULL,</a:t>
            </a:r>
          </a:p>
          <a:p>
            <a:pPr marL="0" indent="0">
              <a:buNone/>
            </a:pPr>
            <a:r>
              <a:rPr lang="en-US" dirty="0"/>
              <a:t>  		</a:t>
            </a:r>
            <a:r>
              <a:rPr lang="en-US" dirty="0" err="1"/>
              <a:t>Mosha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Email </a:t>
            </a:r>
            <a:r>
              <a:rPr lang="en-US" dirty="0"/>
              <a:t>varchar(30),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CHECK (Sid&gt;30)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);</a:t>
            </a:r>
          </a:p>
        </p:txBody>
      </p:sp>
    </p:spTree>
    <p:extLst>
      <p:ext uri="{BB962C8B-B14F-4D97-AF65-F5344CB8AC3E}">
        <p14:creationId xmlns:p14="http://schemas.microsoft.com/office/powerpoint/2010/main" val="2050433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Vazhdim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	ALTER TABLE student</a:t>
            </a:r>
          </a:p>
          <a:p>
            <a:pPr marL="0" indent="0">
              <a:buNone/>
            </a:pPr>
            <a:r>
              <a:rPr lang="en-US" dirty="0" smtClean="0"/>
              <a:t>	ADD CHECK </a:t>
            </a:r>
            <a:r>
              <a:rPr lang="en-US" dirty="0"/>
              <a:t>(</a:t>
            </a:r>
            <a:r>
              <a:rPr lang="en-US" dirty="0" err="1"/>
              <a:t>sid</a:t>
            </a:r>
            <a:r>
              <a:rPr lang="en-US" dirty="0"/>
              <a:t> &gt;=20);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ALTER TABLE student</a:t>
            </a:r>
          </a:p>
          <a:p>
            <a:pPr marL="0" indent="0">
              <a:buNone/>
            </a:pPr>
            <a:r>
              <a:rPr lang="en-US" dirty="0" smtClean="0"/>
              <a:t>	ADD </a:t>
            </a:r>
            <a:r>
              <a:rPr lang="en-US" dirty="0"/>
              <a:t>CONSTRAINT </a:t>
            </a:r>
            <a:r>
              <a:rPr lang="en-US" dirty="0" err="1" smtClean="0"/>
              <a:t>CHK_sid</a:t>
            </a:r>
            <a:r>
              <a:rPr lang="en-US" dirty="0" smtClean="0"/>
              <a:t> </a:t>
            </a:r>
            <a:r>
              <a:rPr lang="en-US" dirty="0"/>
              <a:t>CHECK (</a:t>
            </a:r>
            <a:r>
              <a:rPr lang="en-US" dirty="0" err="1"/>
              <a:t>sid</a:t>
            </a:r>
            <a:r>
              <a:rPr lang="en-US" dirty="0"/>
              <a:t> &gt;=20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ALTER TABLE student</a:t>
            </a:r>
          </a:p>
          <a:p>
            <a:pPr marL="0" indent="0">
              <a:buNone/>
            </a:pPr>
            <a:r>
              <a:rPr lang="en-US" dirty="0" smtClean="0"/>
              <a:t>	DROP CHECK </a:t>
            </a:r>
            <a:r>
              <a:rPr lang="en-US" dirty="0" err="1"/>
              <a:t>CHK_mosha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41835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DEFAULT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CREATE TABLE </a:t>
            </a:r>
            <a:r>
              <a:rPr lang="en-US" dirty="0" smtClean="0"/>
              <a:t>student(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Sid </a:t>
            </a:r>
            <a:r>
              <a:rPr lang="en-US" dirty="0" err="1"/>
              <a:t>int</a:t>
            </a:r>
            <a:r>
              <a:rPr lang="en-US" dirty="0"/>
              <a:t>(10) NOT NULL,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Emri</a:t>
            </a:r>
            <a:r>
              <a:rPr lang="en-US" dirty="0"/>
              <a:t> varchar(30) NOT NULL,</a:t>
            </a:r>
          </a:p>
          <a:p>
            <a:pPr marL="0" indent="0">
              <a:buNone/>
            </a:pPr>
            <a:r>
              <a:rPr lang="en-US" dirty="0"/>
              <a:t>  		</a:t>
            </a:r>
            <a:r>
              <a:rPr lang="en-US" dirty="0" err="1"/>
              <a:t>Mbiemri</a:t>
            </a:r>
            <a:r>
              <a:rPr lang="en-US" dirty="0"/>
              <a:t> varchar(30) NOT NULL,</a:t>
            </a:r>
          </a:p>
          <a:p>
            <a:pPr marL="0" indent="0">
              <a:buNone/>
            </a:pPr>
            <a:r>
              <a:rPr lang="en-US" dirty="0"/>
              <a:t>  		</a:t>
            </a:r>
            <a:r>
              <a:rPr lang="en-US" dirty="0" err="1"/>
              <a:t>Mosha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Email </a:t>
            </a:r>
            <a:r>
              <a:rPr lang="en-US" dirty="0"/>
              <a:t>varchar(30) DEFAULT 'email'</a:t>
            </a:r>
          </a:p>
          <a:p>
            <a:pPr marL="0" indent="0">
              <a:buNone/>
            </a:pPr>
            <a:r>
              <a:rPr lang="en-US" dirty="0"/>
              <a:t>		);</a:t>
            </a:r>
          </a:p>
        </p:txBody>
      </p:sp>
    </p:spTree>
    <p:extLst>
      <p:ext uri="{BB962C8B-B14F-4D97-AF65-F5344CB8AC3E}">
        <p14:creationId xmlns:p14="http://schemas.microsoft.com/office/powerpoint/2010/main" val="3603068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Vazhdim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	ALTER TABLE student</a:t>
            </a:r>
          </a:p>
          <a:p>
            <a:pPr marL="0" indent="0">
              <a:buNone/>
            </a:pPr>
            <a:r>
              <a:rPr lang="en-US" dirty="0" smtClean="0"/>
              <a:t>	ALTER </a:t>
            </a:r>
            <a:r>
              <a:rPr lang="en-US" dirty="0" err="1"/>
              <a:t>emri</a:t>
            </a:r>
            <a:r>
              <a:rPr lang="en-US" dirty="0"/>
              <a:t> SET DEFAULT '</a:t>
            </a:r>
            <a:r>
              <a:rPr lang="en-US" dirty="0" err="1"/>
              <a:t>Emri</a:t>
            </a:r>
            <a:r>
              <a:rPr lang="en-US" dirty="0" smtClean="0"/>
              <a:t>';</a:t>
            </a:r>
          </a:p>
          <a:p>
            <a:pPr marL="0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ALTER TABLE student</a:t>
            </a:r>
          </a:p>
          <a:p>
            <a:pPr marL="0" indent="0">
              <a:buNone/>
            </a:pPr>
            <a:r>
              <a:rPr lang="en-US" dirty="0" smtClean="0"/>
              <a:t>	ALTER </a:t>
            </a:r>
            <a:r>
              <a:rPr lang="en-US" dirty="0" err="1"/>
              <a:t>emri</a:t>
            </a:r>
            <a:r>
              <a:rPr lang="en-US" dirty="0"/>
              <a:t> DROP DEFAULT;</a:t>
            </a:r>
          </a:p>
        </p:txBody>
      </p:sp>
    </p:spTree>
    <p:extLst>
      <p:ext uri="{BB962C8B-B14F-4D97-AF65-F5344CB8AC3E}">
        <p14:creationId xmlns:p14="http://schemas.microsoft.com/office/powerpoint/2010/main" val="3016274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CREATE INDEX </a:t>
            </a:r>
            <a:r>
              <a:rPr lang="en-US" dirty="0" err="1" smtClean="0"/>
              <a:t>sid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ON </a:t>
            </a:r>
            <a:r>
              <a:rPr lang="en-US" dirty="0"/>
              <a:t>student (</a:t>
            </a:r>
            <a:r>
              <a:rPr lang="en-US" dirty="0" err="1"/>
              <a:t>sid</a:t>
            </a:r>
            <a:r>
              <a:rPr lang="en-US" dirty="0"/>
              <a:t>);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ALTER TABLE student</a:t>
            </a:r>
          </a:p>
          <a:p>
            <a:pPr marL="0" indent="0">
              <a:buNone/>
            </a:pPr>
            <a:r>
              <a:rPr lang="en-US" dirty="0" smtClean="0"/>
              <a:t>	DROP </a:t>
            </a:r>
            <a:r>
              <a:rPr lang="en-US" dirty="0"/>
              <a:t>INDEX </a:t>
            </a:r>
            <a:r>
              <a:rPr lang="en-US" dirty="0" err="1"/>
              <a:t>sid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571156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1063</TotalTime>
  <Words>566</Words>
  <Application>Microsoft Office PowerPoint</Application>
  <PresentationFormat>On-screen Show (4:3)</PresentationFormat>
  <Paragraphs>175</Paragraphs>
  <Slides>15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Flow</vt:lpstr>
      <vt:lpstr>SQL Constrains</vt:lpstr>
      <vt:lpstr>SQL Constrains</vt:lpstr>
      <vt:lpstr>NOT NULL -Constraint</vt:lpstr>
      <vt:lpstr>UNIQUE -Constraint</vt:lpstr>
      <vt:lpstr>Vazhdim</vt:lpstr>
      <vt:lpstr>PRIMARY KEY -Constraint</vt:lpstr>
      <vt:lpstr>Vazhdim</vt:lpstr>
      <vt:lpstr>Vazhdim</vt:lpstr>
      <vt:lpstr>FOREIGN KEY</vt:lpstr>
      <vt:lpstr>Vazhdim</vt:lpstr>
      <vt:lpstr>CHECK</vt:lpstr>
      <vt:lpstr>Vazhdim</vt:lpstr>
      <vt:lpstr>DEFAULT</vt:lpstr>
      <vt:lpstr>Vazhdim</vt:lpstr>
      <vt:lpstr>INDEX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Constrains</dc:title>
  <dc:creator>Windows User</dc:creator>
  <cp:lastModifiedBy>Windows User</cp:lastModifiedBy>
  <cp:revision>22</cp:revision>
  <dcterms:created xsi:type="dcterms:W3CDTF">2019-12-02T07:23:27Z</dcterms:created>
  <dcterms:modified xsi:type="dcterms:W3CDTF">2019-12-04T15:51:10Z</dcterms:modified>
</cp:coreProperties>
</file>