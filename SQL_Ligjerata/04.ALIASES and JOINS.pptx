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7" autoAdjust="0"/>
    <p:restoredTop sz="94660"/>
  </p:normalViewPr>
  <p:slideViewPr>
    <p:cSldViewPr>
      <p:cViewPr varScale="1">
        <p:scale>
          <a:sx n="39" d="100"/>
          <a:sy n="39" d="100"/>
        </p:scale>
        <p:origin x="-42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D6DB2F8-B0E7-47C6-A26D-81A8EA1A9250}" type="datetimeFigureOut">
              <a:rPr lang="en-US" smtClean="0"/>
              <a:t>11/27/2019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ADD063C-BE89-4FF7-B3BF-6BE3E8159FAE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SQL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 smtClean="0"/>
              <a:t>ALIASES, JOINS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88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ALIASES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err="1"/>
              <a:t>sid</a:t>
            </a:r>
            <a:r>
              <a:rPr lang="en-US" dirty="0"/>
              <a:t> AS Id, </a:t>
            </a:r>
            <a:r>
              <a:rPr lang="en-US" dirty="0" err="1"/>
              <a:t>emri</a:t>
            </a:r>
            <a:r>
              <a:rPr lang="en-US" dirty="0"/>
              <a:t> AS </a:t>
            </a:r>
            <a:r>
              <a:rPr lang="en-US" dirty="0" err="1"/>
              <a:t>Studentat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/>
              <a:t>student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err="1"/>
              <a:t>sid</a:t>
            </a:r>
            <a:r>
              <a:rPr lang="en-US" dirty="0"/>
              <a:t> AS Id, </a:t>
            </a:r>
            <a:r>
              <a:rPr lang="en-US" dirty="0" err="1"/>
              <a:t>emri</a:t>
            </a:r>
            <a:r>
              <a:rPr lang="en-US" dirty="0"/>
              <a:t> AS "</a:t>
            </a:r>
            <a:r>
              <a:rPr lang="en-US" dirty="0" err="1"/>
              <a:t>Studentat</a:t>
            </a:r>
            <a:r>
              <a:rPr lang="en-US" dirty="0"/>
              <a:t> e </a:t>
            </a:r>
            <a:r>
              <a:rPr lang="en-US" dirty="0" err="1"/>
              <a:t>shkolles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/>
              <a:t>student;</a:t>
            </a:r>
          </a:p>
        </p:txBody>
      </p:sp>
    </p:spTree>
    <p:extLst>
      <p:ext uri="{BB962C8B-B14F-4D97-AF65-F5344CB8AC3E}">
        <p14:creationId xmlns:p14="http://schemas.microsoft.com/office/powerpoint/2010/main" val="27898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ALIASES –</a:t>
            </a:r>
            <a:r>
              <a:rPr lang="en-US" dirty="0" err="1" smtClean="0"/>
              <a:t>vazhdim</a:t>
            </a:r>
            <a:r>
              <a:rPr lang="en-US" dirty="0" smtClean="0"/>
              <a:t> (</a:t>
            </a:r>
            <a:r>
              <a:rPr lang="en-US" dirty="0" err="1" smtClean="0"/>
              <a:t>Concat</a:t>
            </a:r>
            <a:r>
              <a:rPr lang="en-US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	</a:t>
            </a:r>
          </a:p>
          <a:p>
            <a:pPr marL="0" indent="0">
              <a:buNone/>
            </a:pPr>
            <a:r>
              <a:rPr lang="en-US" dirty="0" smtClean="0"/>
              <a:t>	SELECT </a:t>
            </a:r>
            <a:r>
              <a:rPr lang="en-US" dirty="0" err="1"/>
              <a:t>sid</a:t>
            </a:r>
            <a:r>
              <a:rPr lang="en-US" dirty="0"/>
              <a:t>, CONCAT (</a:t>
            </a:r>
            <a:r>
              <a:rPr lang="en-US" dirty="0" err="1"/>
              <a:t>sid</a:t>
            </a:r>
            <a:r>
              <a:rPr lang="en-US" dirty="0"/>
              <a:t>,', ',</a:t>
            </a:r>
            <a:r>
              <a:rPr lang="en-US" dirty="0" err="1"/>
              <a:t>emri</a:t>
            </a:r>
            <a:r>
              <a:rPr lang="en-US" dirty="0"/>
              <a:t>,', </a:t>
            </a:r>
            <a:r>
              <a:rPr lang="en-US" dirty="0" smtClean="0"/>
              <a:t>				',</a:t>
            </a:r>
            <a:r>
              <a:rPr lang="en-US" dirty="0" err="1"/>
              <a:t>mbiemri</a:t>
            </a:r>
            <a:r>
              <a:rPr lang="en-US" dirty="0" smtClean="0"/>
              <a:t>,',',</a:t>
            </a:r>
            <a:r>
              <a:rPr lang="en-US" dirty="0" err="1"/>
              <a:t>mosha</a:t>
            </a:r>
            <a:r>
              <a:rPr lang="en-US" dirty="0"/>
              <a:t>, ', ',email)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AS </a:t>
            </a:r>
            <a:r>
              <a:rPr lang="en-US" dirty="0"/>
              <a:t>"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dhenat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/>
              <a:t>student;</a:t>
            </a:r>
          </a:p>
        </p:txBody>
      </p:sp>
    </p:spTree>
    <p:extLst>
      <p:ext uri="{BB962C8B-B14F-4D97-AF65-F5344CB8AC3E}">
        <p14:creationId xmlns:p14="http://schemas.microsoft.com/office/powerpoint/2010/main" val="375409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JOINS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INNER JOIN</a:t>
            </a:r>
          </a:p>
          <a:p>
            <a:r>
              <a:rPr lang="en-US" dirty="0" smtClean="0"/>
              <a:t>LEFT OUTER JOIN</a:t>
            </a:r>
          </a:p>
          <a:p>
            <a:r>
              <a:rPr lang="en-US" dirty="0" smtClean="0"/>
              <a:t>RIGHT OUTER JOIN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33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INNER JOIN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err="1"/>
              <a:t>student.sid</a:t>
            </a:r>
            <a:r>
              <a:rPr lang="en-US" dirty="0"/>
              <a:t>, </a:t>
            </a:r>
            <a:r>
              <a:rPr lang="en-US" dirty="0" err="1"/>
              <a:t>student.emri</a:t>
            </a:r>
            <a:r>
              <a:rPr lang="en-US" dirty="0"/>
              <a:t>, </a:t>
            </a:r>
            <a:r>
              <a:rPr lang="en-US" dirty="0" err="1"/>
              <a:t>kursi.nota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/>
              <a:t>student</a:t>
            </a:r>
          </a:p>
          <a:p>
            <a:pPr marL="0" indent="0">
              <a:buNone/>
            </a:pPr>
            <a:r>
              <a:rPr lang="en-US" dirty="0" smtClean="0"/>
              <a:t>	INNER </a:t>
            </a:r>
            <a:r>
              <a:rPr lang="en-US" dirty="0"/>
              <a:t>JOIN </a:t>
            </a:r>
            <a:r>
              <a:rPr lang="en-US" dirty="0" err="1"/>
              <a:t>kursi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ON </a:t>
            </a:r>
            <a:r>
              <a:rPr lang="en-US" dirty="0" err="1"/>
              <a:t>student.sid</a:t>
            </a:r>
            <a:r>
              <a:rPr lang="en-US" dirty="0"/>
              <a:t> = </a:t>
            </a:r>
            <a:r>
              <a:rPr lang="en-US" dirty="0" err="1"/>
              <a:t>kursi.kid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8094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LEFT JOIN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err="1"/>
              <a:t>student.sid</a:t>
            </a:r>
            <a:r>
              <a:rPr lang="en-US" dirty="0"/>
              <a:t>, </a:t>
            </a:r>
            <a:r>
              <a:rPr lang="en-US" dirty="0" err="1"/>
              <a:t>student.emri</a:t>
            </a:r>
            <a:r>
              <a:rPr lang="en-US" dirty="0"/>
              <a:t>, </a:t>
            </a:r>
            <a:r>
              <a:rPr lang="en-US" dirty="0" err="1"/>
              <a:t>kursi.nota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/>
              <a:t>student</a:t>
            </a:r>
          </a:p>
          <a:p>
            <a:pPr marL="0" indent="0">
              <a:buNone/>
            </a:pPr>
            <a:r>
              <a:rPr lang="en-US" dirty="0" smtClean="0"/>
              <a:t>	LEFT </a:t>
            </a:r>
            <a:r>
              <a:rPr lang="en-US" dirty="0"/>
              <a:t>JOIN </a:t>
            </a:r>
            <a:r>
              <a:rPr lang="en-US" dirty="0" err="1"/>
              <a:t>kursi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ON </a:t>
            </a:r>
            <a:r>
              <a:rPr lang="en-US" dirty="0" err="1"/>
              <a:t>student.sid</a:t>
            </a:r>
            <a:r>
              <a:rPr lang="en-US" dirty="0"/>
              <a:t> = </a:t>
            </a:r>
            <a:r>
              <a:rPr lang="en-US" dirty="0" err="1"/>
              <a:t>kursi.kid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6076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 JOIN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err="1"/>
              <a:t>student.sid</a:t>
            </a:r>
            <a:r>
              <a:rPr lang="en-US" dirty="0"/>
              <a:t>, </a:t>
            </a:r>
            <a:r>
              <a:rPr lang="en-US" dirty="0" err="1"/>
              <a:t>student.emri</a:t>
            </a:r>
            <a:r>
              <a:rPr lang="en-US" dirty="0"/>
              <a:t>, </a:t>
            </a:r>
            <a:r>
              <a:rPr lang="en-US" dirty="0" err="1"/>
              <a:t>kursi.nota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/>
              <a:t>student</a:t>
            </a:r>
          </a:p>
          <a:p>
            <a:pPr marL="0" indent="0">
              <a:buNone/>
            </a:pPr>
            <a:r>
              <a:rPr lang="en-US" dirty="0" smtClean="0"/>
              <a:t>	RIGHT </a:t>
            </a:r>
            <a:r>
              <a:rPr lang="en-US" dirty="0"/>
              <a:t>JOIN </a:t>
            </a:r>
            <a:r>
              <a:rPr lang="en-US" dirty="0" err="1"/>
              <a:t>kursi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ON </a:t>
            </a:r>
            <a:r>
              <a:rPr lang="en-US" dirty="0" err="1"/>
              <a:t>student.sid</a:t>
            </a:r>
            <a:r>
              <a:rPr lang="en-US" dirty="0"/>
              <a:t> = </a:t>
            </a:r>
            <a:r>
              <a:rPr lang="en-US" dirty="0" err="1"/>
              <a:t>kursi.kid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3910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err="1"/>
              <a:t>emri</a:t>
            </a:r>
            <a:r>
              <a:rPr lang="en-US" dirty="0"/>
              <a:t> FROM student</a:t>
            </a:r>
          </a:p>
          <a:p>
            <a:pPr marL="0" indent="0">
              <a:buNone/>
            </a:pPr>
            <a:r>
              <a:rPr lang="en-US" dirty="0" smtClean="0"/>
              <a:t>	UNION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SELECT </a:t>
            </a:r>
            <a:r>
              <a:rPr lang="en-US" dirty="0" err="1"/>
              <a:t>emri</a:t>
            </a:r>
            <a:r>
              <a:rPr lang="en-US" dirty="0"/>
              <a:t> FROM </a:t>
            </a:r>
            <a:r>
              <a:rPr lang="en-US" dirty="0" err="1"/>
              <a:t>kursi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err="1"/>
              <a:t>emri</a:t>
            </a:r>
            <a:r>
              <a:rPr lang="en-US" dirty="0"/>
              <a:t> FROM student</a:t>
            </a:r>
          </a:p>
          <a:p>
            <a:pPr marL="0" indent="0">
              <a:buNone/>
            </a:pPr>
            <a:r>
              <a:rPr lang="en-US" dirty="0" smtClean="0"/>
              <a:t>	UNION </a:t>
            </a:r>
            <a:r>
              <a:rPr lang="en-US" dirty="0"/>
              <a:t>ALL</a:t>
            </a:r>
          </a:p>
          <a:p>
            <a:pPr marL="0" indent="0">
              <a:buNone/>
            </a:pPr>
            <a:r>
              <a:rPr lang="en-US" dirty="0" smtClean="0"/>
              <a:t>	SELECT </a:t>
            </a:r>
            <a:r>
              <a:rPr lang="en-US" dirty="0" err="1"/>
              <a:t>emri</a:t>
            </a:r>
            <a:r>
              <a:rPr lang="en-US" dirty="0"/>
              <a:t> FROM </a:t>
            </a:r>
            <a:r>
              <a:rPr lang="en-US" dirty="0" err="1"/>
              <a:t>kursi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1547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	SELECT COUNT(</a:t>
            </a:r>
            <a:r>
              <a:rPr lang="en-US" dirty="0" err="1"/>
              <a:t>mosha</a:t>
            </a:r>
            <a:r>
              <a:rPr lang="en-US" dirty="0"/>
              <a:t>), </a:t>
            </a:r>
            <a:r>
              <a:rPr lang="en-US" dirty="0" err="1"/>
              <a:t>emri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/>
              <a:t>student</a:t>
            </a:r>
          </a:p>
          <a:p>
            <a:pPr marL="0" indent="0">
              <a:buNone/>
            </a:pPr>
            <a:r>
              <a:rPr lang="en-US" dirty="0" smtClean="0"/>
              <a:t>	GROUP </a:t>
            </a:r>
            <a:r>
              <a:rPr lang="en-US" dirty="0"/>
              <a:t>BY </a:t>
            </a:r>
            <a:r>
              <a:rPr lang="en-US" dirty="0" err="1"/>
              <a:t>emri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HAVING </a:t>
            </a:r>
            <a:r>
              <a:rPr lang="en-US" dirty="0"/>
              <a:t>COUNT(</a:t>
            </a:r>
            <a:r>
              <a:rPr lang="en-US" dirty="0" err="1"/>
              <a:t>mosha</a:t>
            </a:r>
            <a:r>
              <a:rPr lang="en-US" dirty="0"/>
              <a:t>) &lt; 15;</a:t>
            </a:r>
          </a:p>
        </p:txBody>
      </p:sp>
    </p:spTree>
    <p:extLst>
      <p:ext uri="{BB962C8B-B14F-4D97-AF65-F5344CB8AC3E}">
        <p14:creationId xmlns:p14="http://schemas.microsoft.com/office/powerpoint/2010/main" val="344241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 INTO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INSERT </a:t>
            </a:r>
            <a:r>
              <a:rPr lang="en-US" dirty="0" smtClean="0"/>
              <a:t>INTO 		student(</a:t>
            </a:r>
            <a:r>
              <a:rPr lang="en-US" dirty="0" err="1" smtClean="0"/>
              <a:t>sid,emri,mbiemri,mosha,email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smtClean="0"/>
              <a:t>	SELECT </a:t>
            </a:r>
            <a:r>
              <a:rPr lang="en-US" dirty="0" err="1"/>
              <a:t>pid</a:t>
            </a:r>
            <a:r>
              <a:rPr lang="en-US" dirty="0"/>
              <a:t>, </a:t>
            </a:r>
            <a:r>
              <a:rPr lang="en-US" dirty="0" err="1"/>
              <a:t>emri</a:t>
            </a:r>
            <a:r>
              <a:rPr lang="en-US" dirty="0"/>
              <a:t>, </a:t>
            </a:r>
            <a:r>
              <a:rPr lang="en-US" dirty="0" err="1"/>
              <a:t>mbiemri</a:t>
            </a:r>
            <a:r>
              <a:rPr lang="en-US" dirty="0"/>
              <a:t>, </a:t>
            </a:r>
            <a:r>
              <a:rPr lang="en-US" dirty="0" err="1"/>
              <a:t>mosha</a:t>
            </a:r>
            <a:r>
              <a:rPr lang="en-US" dirty="0"/>
              <a:t>, email </a:t>
            </a:r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 err="1"/>
              <a:t>profesori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7839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/>
              <a:t>sid</a:t>
            </a:r>
            <a:r>
              <a:rPr lang="en-US" dirty="0"/>
              <a:t>, </a:t>
            </a:r>
            <a:r>
              <a:rPr lang="en-US" dirty="0" err="1" smtClean="0"/>
              <a:t>mosha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 smtClean="0"/>
              <a:t>CASE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WHEN </a:t>
            </a:r>
            <a:r>
              <a:rPr lang="en-US" dirty="0" err="1"/>
              <a:t>mosha</a:t>
            </a:r>
            <a:r>
              <a:rPr lang="en-US" dirty="0"/>
              <a:t> &gt; 20 THEN '</a:t>
            </a:r>
            <a:r>
              <a:rPr lang="en-US" dirty="0" err="1"/>
              <a:t>Mosha</a:t>
            </a:r>
            <a:r>
              <a:rPr lang="en-US" dirty="0"/>
              <a:t> me e </a:t>
            </a:r>
            <a:r>
              <a:rPr lang="en-US" dirty="0" err="1"/>
              <a:t>larte</a:t>
            </a:r>
            <a:r>
              <a:rPr lang="en-US" dirty="0"/>
              <a:t> se 20'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smtClean="0"/>
              <a:t>   WHEN </a:t>
            </a:r>
            <a:r>
              <a:rPr lang="en-US" dirty="0" err="1"/>
              <a:t>mosha</a:t>
            </a:r>
            <a:r>
              <a:rPr lang="en-US" dirty="0"/>
              <a:t> = 20 THEN '</a:t>
            </a:r>
            <a:r>
              <a:rPr lang="en-US" dirty="0" err="1"/>
              <a:t>Mosha</a:t>
            </a:r>
            <a:r>
              <a:rPr lang="en-US" dirty="0"/>
              <a:t> e </a:t>
            </a:r>
            <a:r>
              <a:rPr lang="en-US" dirty="0" err="1"/>
              <a:t>barabart</a:t>
            </a:r>
            <a:r>
              <a:rPr lang="en-US" dirty="0"/>
              <a:t> me 20'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    </a:t>
            </a:r>
            <a:r>
              <a:rPr lang="en-US" dirty="0"/>
              <a:t>ELSE '</a:t>
            </a:r>
            <a:r>
              <a:rPr lang="en-US" dirty="0" err="1"/>
              <a:t>Mosha</a:t>
            </a:r>
            <a:r>
              <a:rPr lang="en-US" dirty="0"/>
              <a:t> me e </a:t>
            </a:r>
            <a:r>
              <a:rPr lang="en-US" dirty="0" err="1"/>
              <a:t>vogel</a:t>
            </a:r>
            <a:r>
              <a:rPr lang="en-US" dirty="0"/>
              <a:t> se 20'</a:t>
            </a:r>
          </a:p>
          <a:p>
            <a:pPr marL="0" indent="0">
              <a:buNone/>
            </a:pPr>
            <a:r>
              <a:rPr lang="en-US" dirty="0"/>
              <a:t>END AS </a:t>
            </a:r>
            <a:r>
              <a:rPr lang="en-US" dirty="0" err="1"/>
              <a:t>Mosha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student;</a:t>
            </a:r>
          </a:p>
        </p:txBody>
      </p:sp>
    </p:spTree>
    <p:extLst>
      <p:ext uri="{BB962C8B-B14F-4D97-AF65-F5344CB8AC3E}">
        <p14:creationId xmlns:p14="http://schemas.microsoft.com/office/powerpoint/2010/main" val="337751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1015</TotalTime>
  <Words>78</Words>
  <Application>Microsoft Office PowerPoint</Application>
  <PresentationFormat>On-screen Show (4:3)</PresentationFormat>
  <Paragraphs>68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SQL</vt:lpstr>
      <vt:lpstr>ALIASES</vt:lpstr>
      <vt:lpstr>ALIASES –vazhdim (Concat)</vt:lpstr>
      <vt:lpstr>JOINS</vt:lpstr>
      <vt:lpstr>INNER JOIN</vt:lpstr>
      <vt:lpstr>LEFT JOIN</vt:lpstr>
      <vt:lpstr>RIGHT JOIN</vt:lpstr>
      <vt:lpstr>UNION</vt:lpstr>
      <vt:lpstr>HAVING</vt:lpstr>
      <vt:lpstr>INSERT INTO</vt:lpstr>
      <vt:lpstr>CASE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Windows User</dc:creator>
  <cp:lastModifiedBy>Windows User</cp:lastModifiedBy>
  <cp:revision>9</cp:revision>
  <dcterms:created xsi:type="dcterms:W3CDTF">2019-11-25T09:44:11Z</dcterms:created>
  <dcterms:modified xsi:type="dcterms:W3CDTF">2019-11-27T17:28:29Z</dcterms:modified>
</cp:coreProperties>
</file>